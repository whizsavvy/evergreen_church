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사랑 내가 노래해 아버지 은혜 내가 노래해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사랑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변함 없으신 거짓 없으신 성실하신 그 사랑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갈대 꺾지 않으시는 꺼져가는 등불 끄지 않는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변함 없으신 거짓 없으신 성실하신 그 사랑 사랑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날 위해 죽으신 날 위해 다시 사신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그리스도 다시 오실 그 사랑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죽음도 생명도 천사도 하늘의 어떤 권세도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끊을 수 없는 영원한 그 사랑 예수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사랑 내가 노래해 아버지 은혜 내가 노래해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변함 없으신 거짓 없으신 성실하신 그 사랑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갈대 꺾지 않으시는 꺼져가는 등불 끄지 않는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변함 없으신 거짓 없으신 성실하신 그 사랑 사랑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날 위해 죽으신 날 위해 다시 사신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그리스도 다시 오실 그 사랑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죽음도 생명도 천사도 하늘의 어떤 권세도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끊을 수 없는 영원한 그 사랑 예수 영원한 그 사랑 예수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사랑합니다 사랑합니다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더 원합니다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마음 다하여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주님한분만 간절히 더 원합니다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넘쳐나네 넘쳐나네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내 속의 갈망이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주님께로 날 이끌어 주소서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더 원합니다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큰 영광 받으소서 홀로 찬양 받으소서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큰 영광 받으소서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 위에 뛰어난 그 이름 온 땅과 하늘이 다 찬양해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겸손하게 우리 무릎 꿇고 주 이름 앞에 영광 돌리세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절하세 독생자 예수 주님께 찬양 드리리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존귀와 능력 받으소서 받으소서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영광과 존귀와 능력 받으소서 받으소서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그리스도 살아계신 하나님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큰 능력 있도다 난 믿네 그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이름 큰 능력 있도다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그 이름 부를 때 새 생명 얻었네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마귀는 떠나가고 갇힌 자 자유케 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큰 능력 있도다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예리한 검처럼 예수의 그 이름 외치며 일어나 나가세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원수는 주 발 앞에 무너져 떠나가네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원수는 주 발 앞에 무너져 떠나가네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살아계신 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할렐루야 살아계신 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 이기시고 무덤에서 일어난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주님 영원히 계시네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그는 알파와 오메가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처음과 나중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죄악의 저주 끊고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완전한 자유 주셨네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부활하신 어린양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계시네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살아계신 주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찬송가 제목을 찾을 수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무덤에 머물러나 같은 죄인 살리신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받은 것을 먼저 너희에게 전하였노니 이는 성경대로 그리스도께서 우리</a:t>
            </a:r>
            <a:br/>
            <a:r>
              <a:t>죄를 위하여 죽으시고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장사 지낸 바 되셨다가 성경대로 사흘 만에 다시 살아나사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게바에게 보이시고 후에 열두 제자에게와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후에 오백여 형제에게 일시에 보이셨나니 그 중에 지금까지 대다수는 살아</a:t>
            </a:r>
            <a:br/>
            <a:r>
              <a:t>있고 어떤 사람은 잠들었으며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후에 야고보에게 보이셨으며 그 후에 모든 사도에게와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맨 나중에 만삭되지 못하여 난 자 같은 내게도 보이셨느니라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믿을 것인가, 부인할 것인가 (고린도전서 15:3~8)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받은 것을 먼저 너희에게 전하였노니 이는 성경대로 그리스도께서 우리</a:t>
            </a:r>
            <a:br/>
            <a:r>
              <a:t>죄를 위하여 죽으시고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장사 지낸 바 되셨다가 성경대로 사흘 만에 다시 살아나사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게바에게 보이시고 후에 열두 제자에게와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후에 오백여 형제에게 일시에 보이셨나니 그 중에 지금까지 대다수는 살아</a:t>
            </a:r>
            <a:br/>
            <a:r>
              <a:t>있고 어떤 사람은 잠들었으며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후에 야고보에게 보이셨으며 그 후에 모든 사도에게와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맨 나중에 만삭되지 못하여 난 자 같은 내게도 보이셨느니라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죄의 삯은 사망이요 하나님의 은사는 그리스도 예수 우리 주 안에 있는</a:t>
            </a:r>
            <a:br/>
            <a:r>
              <a:t>영생이니라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롬6:23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율법을 따라 거의 모든 물건이 피로써 정결하게 되나니 피흘림이 없은즉 사함이</a:t>
            </a:r>
            <a:br/>
            <a:r>
              <a:t>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히9:22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육체의 생명은 피에 있음이라 내가 이 피를 너희에게 주어 제단에 뿌려 너희의</a:t>
            </a:r>
            <a:br/>
            <a:r>
              <a:t>생명을 위하여 속죄하게 하였나니 생명이 피에 있으므로 피가 죄를 속하느니라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레17:11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황소와 염소의 피가 능히 죄를 없이 하지 못함이라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히10:4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예수를 하나님이 그의 피로써 믿음으로 말미암는 화목제물로 세우셨으니 이는</a:t>
            </a:r>
            <a:br/>
            <a:r>
              <a:t>하나님께서 길이 참으시는 중에 전에 지은 죄를 간과하심으로 자기의 의로우심을</a:t>
            </a:r>
            <a:br/>
            <a:r>
              <a:t>나타내려 하심이니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롬3:25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그는 우리 죄를 위한 화목 제물이니 우리만 위할 뿐 아니요 온 세상의 죄를</a:t>
            </a:r>
            <a:br/>
            <a:r>
              <a:t>위하심이라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요일2:2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예수는 우리가 범죄한 것 때문에 내줌이 되고 또한 우리를 의롭다 하시기</a:t>
            </a:r>
            <a:br/>
            <a:r>
              <a:t>위하여 살아나셨느니라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롬4:25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썩을 것이 썩지 아니함을 입고 이 죽을 것이 죽지 아니함을 입을 때에는</a:t>
            </a:r>
            <a:br/>
            <a:r>
              <a:t>사망을 삼키고 이기리라고 기록된 말씀이 이루어지리라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고전15:54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사망아 너의 승리가 어디 있느냐 사망아 네가 쏘는 것이 어디 있느냐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고전15:55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자녀들은 혈과 육에 속하였으매 그도 또한 같은 모양으로 혈과 육을 함께</a:t>
            </a:r>
            <a:br/>
            <a:r>
              <a:t>지니심은 죽음을 통하여 죽음의 세력을 잡은 자 곧 마귀를 멸하시며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히2:14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성결의 영으로는 죽은 자들 가운데서 부활하사 능력으로 하나님의 아들로</a:t>
            </a:r>
            <a:br/>
            <a:r>
              <a:t>선포되셨으니 곧 우리 주 예수 그리스도시니라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롬1:4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이제 그리스도께서 죽은 자 가운데서 다시 살아나사 잠자는 자들의 첫</a:t>
            </a:r>
            <a:br/>
            <a:r>
              <a:t>열매가 되셨도다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고전15:20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조금 있으면 세상은 다시 나를 보지 못할 것이로되 너희는 나를 보리니 이는</a:t>
            </a:r>
            <a:br/>
            <a:r>
              <a:t>내가 살아 있고 너희도 살아 있겠음이라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요14:19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자기를 힘입어 하나님께 나아가는 자들을 온전히 구원하실 수 있으니</a:t>
            </a:r>
            <a:br/>
            <a:r>
              <a:t>이는 그가 항상 살아 계셔서 그들을 위하여 간구하심이라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히7:25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후에 오백여 형제에게 일시에 보이셨나니 그 중에 지금까지 대다수는 살아</a:t>
            </a:r>
            <a:br/>
            <a:r>
              <a:t>있고 어떤 사람은 잠들었으며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고전15:6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게바에게 보이시고 후에 열두 제자에게와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고전15:5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후에 오백여 형제에게 일시에 보이셨나니 그 중에 지금까지 대다수는 살아</a:t>
            </a:r>
            <a:br/>
            <a:r>
              <a:t>있고 어떤 사람은 잠들었으며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고전15:6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우리는 보고 들은 것을 말하지 아니할 수 없다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행4:20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태초부터 있는 생명의 말씀에 관하여는 우리가 들은 바요 눈으로 본 바요</a:t>
            </a:r>
            <a:br/>
            <a:r>
              <a:t>자세히 보고 우리의 손으로 만진 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요일1:1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사망아 너의 승리가 어디 있느냐 사망아 네가 쏘는 것이 어디 있느냐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고전15:55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성찬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 같은 죄인 살리신 주 은혜 놀라워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 같은 죄인 살리신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잃었던 생명 찾았고 광명을 얻었네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(2)큰 죄악에서 건지신 주 은혜 고마워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처음 믿은 그 시간 귀하고 귀하다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(3)이제껏 내가 산 것도 주님의 은혜라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나를 장차 본향에 인도해 주시리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(4)거기서 우리 영원히 주님의 은혜로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해처럼 밝게 살면서 주 찬양 하리라 아멘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 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나의 산 소망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중에 하늘을 향해 주의 이름 나 부를 때​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 나의 절망 거두셨네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 주 예수 나의 산 소망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다 알아 한 없는 은혜 측량할까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 죄가 되신 구주 예수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 영원히 난 용납됐네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그리스도 나의 산 소망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 할렐루야 자유케 하셨도다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 부활의 호흡 시작됐네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 사망이 무너졌도다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사망은 무덤이 더는 우리를 주장할 수 없네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포효 사망이 무너졌도다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승리하셨네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