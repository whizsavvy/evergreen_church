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 아시는 주님 나의 맘의 연약함 보시고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거친 길 위를 걸어갈 때도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부족한 그 모습대로 주님 마음에 새겨 주시네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 토로한 마음 하나하나 헤아려 주시니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마음 그 아픔들을 주님 손으로 품어 주시네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거친 길 위를 걸어갈 때도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험한 산이 앞을 막아도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되신 주님의 두 손이 나를 붙드네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마음이 닿은 내 삶에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저민 슬픔을 씻으시는 주님을 찬양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이름을 찬양하네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 토로한 마음 하나하나 헤아려 주시니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마음 그 아픔들을 주님 손으로 품어 주시네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거친 길 위를 걸어갈 때도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험한 산이 앞을 막아도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되신 주님의 두 손이 나를 붙드네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마음이 닿은 내 삶에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저민 슬픔을 씻으시는 주님을 찬양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이름을 찬양하네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여호와를 즐거이 불러 기쁨으로 주께 나아가리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감사함으로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 하나님 난 주의 백성 기르시는 양이라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여호와를 즐거이 불러 기쁨으로 주께 나아가리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 하나님 난 주의 백성 기르시는 양이라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감사함으로 주를 높이며 그 문에 들어가서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찬송함으로 그 이름을 송축할지어다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감사함으로 주를 높이며 그 문에 들어가서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찬송함으로 그 이름을 송축할지어다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송축할지어다 송축할지어다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 되신 주께 감사하세 그 사랑 영원하리라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왕 되신 주께 감사하세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 위에 뛰어나신주 그 사랑 영원하리라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능력의 손과 펴신팔로 그 사랑 영원하리라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거듭난 영혼들을 위하여 그 사랑 영원하리라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 찬양 찬양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신실하신 능력의 하나님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함께 하리 영원히 영원히 영원히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해뜨는데서 지는데까지 그 사랑 영원하리라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은혜로 우리 걸어가리 그 사랑 영원하리라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 찬양 찬양 찬양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신실하신 능력의 하나님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함께 하리 영원히 영원히 영원히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(1)내가 늘 의지하는 예수 나의 상처 입은 심령을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내가 늘 의지하는 예수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불쌍하게 여기사 위로하여 주시니 미쁘신 나의 좋은 친구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의지하는 예수 나의 사모하는 친구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들으사 응답하여 주시니 미쁘신 나의 좋은 친구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(2)주의 손 의지하고 살 때 나를 해할 자가 없도다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나의 마음을 크게 위로하시니 미쁘신 나의 좋은 친구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의지하는 예수 나의 사모하는 친구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들으사 응답하여 주시니 미쁘신 나의 좋은 친구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(3)내가 요단강 건너가며 맘이 두려워서 떨 때도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주가 인도하시니 어찌 두려워하랴 미쁘신 나의 좋은 친구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의지하는 예수 나의 사모하는 친구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들으사 응답하여 주시니 미쁘신 나의 좋은 친구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(4)이 후 천국에 올라가서 모든 성도들과 다 함께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우리들을 구하신 주를 찬양하리라 미쁘신 나의 좋은 친구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의지하는 예수 나의 사모하는 친구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들으사 응답하여 주시니 미쁘신 나의 좋은 친구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(1)예수 사랑하심을 성경에서 배웠네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사랑하심을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우리들은 약하나 예수 권세 많도다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날 사랑하심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성경에 쓰였네 아멘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(2)나를 사랑하시고 나의 죄를 다 씻어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문을 여시고 들어가게 하시네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날 사랑하심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성경에 쓰였네 아멘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(3)내가 연약할수록 더욱 귀히 여기사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높은 보좌 위에서 낮은 나를 보시네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날 사랑하심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성경에 쓰였네 아멘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(4)세상 사는 동안에 나와 함께 하시고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떠나 가는 날 천국 가게 하소서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날 사랑하심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사랑하심 성경에 쓰였네 아멘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아이 사무엘이 엘리 앞에서 여호와를 섬길 때에는 여호와의 말씀이 희귀하여</a:t>
            </a:r>
            <a:br/>
            <a:r>
              <a:t>이상이 흔히 보이지 않았더라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엘리의 눈이 점점 어두워 가서 잘 보지 못하는 그 때에 그가 자기 처소에</a:t>
            </a:r>
            <a:br/>
            <a:r>
              <a:t>누웠고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등불은 아직 꺼지지 아니하였으며 사무엘은 하나님의 궤 있는 여호와의</a:t>
            </a:r>
            <a:br/>
            <a:r>
              <a:t>전 안에 누웠더니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사무엘을 부르시는지라 그가 대답하되 내가 여기 있나이다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엘리에게로 달려가서 이르되 당신이 나를 부르셨기로 내가 여기 있나이다 하니</a:t>
            </a:r>
            <a:br/>
            <a:r>
              <a:t>그가 이르되 나는 부르지 아니하였으니 다시 누우라 하는지라 그가 가서</a:t>
            </a:r>
            <a:br/>
            <a:r>
              <a:t>누웠더니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다시 사무엘을 부르시는지라 사무엘이 일어나 엘리에게로 가서 이르되</a:t>
            </a:r>
            <a:br/>
            <a:r>
              <a:t>당신이 나를 부르셨기로 내가 여기 있나이다 하니 그가 대답하되 내 아들아</a:t>
            </a:r>
            <a:br/>
            <a:r>
              <a:t>내가 부르지 아니하였으니 다시 누우라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아직 여호와를 알지 못하고 여호와의 말씀도 아직 그에게 나타나지</a:t>
            </a:r>
            <a:br/>
            <a:r>
              <a:t>아니한 때라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세 번째 사무엘을 부르시는지라 그가 일어나 엘리에게로 가서 이르되</a:t>
            </a:r>
            <a:br/>
            <a:r>
              <a:t>당신이 나를 부르셨기로 내가 여기 있나이다 하니 엘리가 여호와께서 이 아이를</a:t>
            </a:r>
            <a:br/>
            <a:r>
              <a:t>부르신 줄을 깨닫고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엘리가 사무엘에게 이르되 가서 누웠다가 그가 너를 부르시거든 네가 말하기를</a:t>
            </a:r>
            <a:br/>
            <a:r>
              <a:t>여호와여 말씀하옵소서 주의 종이 듣겠나이다 하라 하니 이에 사무엘이 가서</a:t>
            </a:r>
            <a:br/>
            <a:r>
              <a:t>자기 처소에 누우니라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임하여 서서 전과 같이 사무엘아 사무엘아 부르시는지라 사무엘이</a:t>
            </a:r>
            <a:br/>
            <a:r>
              <a:t>이르되 말씀하옵소서 주의 종이 듣겠나이다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삼상3:10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말씀하옵소서, 주의 종이 듣겠나이다 (사무엘상 3:1~10)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아이 사무엘이 엘리 앞에서 여호와를 섬길 때에는 여호와의 말씀이 희귀하여</a:t>
            </a:r>
            <a:br/>
            <a:r>
              <a:t>이상이 흔히 보이지 않았더라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이스라엘의 하나님 나 여호와가 말하노라 내가 전에 네 집과 네</a:t>
            </a:r>
            <a:br/>
            <a:r>
              <a:t>조상의 집이 내 앞에 영원히 행하리라 하였으나 이제 나 여호와가 말하노니</a:t>
            </a:r>
            <a:br/>
            <a:r>
              <a:t>결단코 그렇게 하지 아니하리라 나를 존중히 여기는 자를 내가 존중히 여기고</a:t>
            </a:r>
            <a:br/>
            <a:r>
              <a:t>나를 멸시하는 자를 내가 경멸하리라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삼상2:30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소년들의 죄가 여호와 앞에 심히 큼은 그들이 여호와의 제사를</a:t>
            </a:r>
            <a:br/>
            <a:r>
              <a:t>멸시함이었더라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삼상2:17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귀 있는 자는 성령이 교회들에게 하시는 말씀을 들을지어다 이기는 그에게는</a:t>
            </a:r>
            <a:br/>
            <a:r>
              <a:t>내가 하나님의 낙원에 있는 생명나무의 열매를 주어 먹게 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계2:7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하나님의 등불은 아직 꺼지지 아니하였으며 사무엘은 하나님의 궤 있는 여호와의</a:t>
            </a:r>
            <a:br/>
            <a:r>
              <a:t>전 안에 누웠더니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풀은 마르고 꽃은 시드나 우리 하나님의 말씀은 영원히 서리라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사40:8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사무엘을 부르시는지라 그가 대답하되 내가 여기 있나이다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삼상3:4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엘리에게로 달려가서 이르되 당신이 나를 부르셨기로 내가 여기 있나이다 하니</a:t>
            </a:r>
            <a:br/>
            <a:r>
              <a:t>그가 이르되 나는 부르지 아니하였으니 다시 누우라 하는지라 그가 가서</a:t>
            </a:r>
            <a:br/>
            <a:r>
              <a:t>누웠더니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아직 여호와를 알지 못하고 여호와의 말씀도 아직 그에게 나타나지</a:t>
            </a:r>
            <a:br/>
            <a:r>
              <a:t>아니한 때라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오른쪽으로 치우치든지 왼쪽으로 치우치든지 네 뒤에서 말소리가 네 귀에</a:t>
            </a:r>
            <a:br/>
            <a:r>
              <a:t>들려 이르기를 이것이 바른 길이니 너희는 이리로 가라 할 것이며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사30:21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성경은 하나님의 감동으로 된 것으로 교훈과 책망과 바르게 함과 의로</a:t>
            </a:r>
            <a:br/>
            <a:r>
              <a:t>교육하기에 유익하니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딤후3:16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진리의 성령이 오시면 그가 너희를 모든 진리 가운데로 인도하시리니</a:t>
            </a:r>
            <a:br/>
            <a:r>
              <a:t>그가 스스로 말하지 않고 오직 들은 것을 말하며 장래 일을 너희에게</a:t>
            </a:r>
            <a:br/>
            <a:r>
              <a:t>알리시리라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요16:13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주의 말씀은 내 발에 등이요 내 길에 빛이니이다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시119:105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양은 내 음성을 들으며 나는 그들을 알며 그들은 나를 따르느니라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요10:27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엘리가 사무엘에게 이르되 가서 누웠다가 그가 너를 부르시거든 네가 말하기를</a:t>
            </a:r>
            <a:br/>
            <a:r>
              <a:t>여호와여 말씀하옵소서 주의 종이 듣겠나이다 하라 하니 이에 사무엘이 가서</a:t>
            </a:r>
            <a:br/>
            <a:r>
              <a:t>자기 처소에 누우니라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임하여 서서 전과 같이 사무엘아 사무엘아 부르시는지라 사무엘이</a:t>
            </a:r>
            <a:br/>
            <a:r>
              <a:t>이르되 말씀하옵소서 주의 종이 듣겠나이다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삼상3:10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엘리가 사무엘에게 이르되 가서 누웠다가 그가 너를 부르시거든 네가 말하기를</a:t>
            </a:r>
            <a:br/>
            <a:r>
              <a:t>여호와여 말씀하옵소서 주의 종이 듣겠나이다 하라 하니 이에 사무엘이 가서</a:t>
            </a:r>
            <a:br/>
            <a:r>
              <a:t>자기 처소에 누우니라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삼상3:9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말씀을 행하는 자가 되고 듣기만 하여 자신을 속이는 자가 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약1:22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그리스도와 함께 십자가에 못 박혔나니 그런즉 이제는 내가 사는 것이</a:t>
            </a:r>
            <a:br/>
            <a:r>
              <a:t>아니요 오직 내 안에 그리스도께서 사시는 것이라 이제 내가 육체 가운데 사는</a:t>
            </a:r>
            <a:br/>
            <a:r>
              <a:t>것은 나를 사랑하사 나를 위하여 자기 자신을 버리신 하나님의 아들을 믿는</a:t>
            </a:r>
            <a:br/>
            <a:r>
              <a:t>믿음 안에서 사는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갈2:20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나는 선한 싸움을 싸우고 나의 달려갈 길을 마치고 믿음을 지켰으니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딤후4:7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하늘에서 내려온 것은 내 뜻을 행하려 함이 아니요 나를 보내신 이의</a:t>
            </a:r>
            <a:br/>
            <a:r>
              <a:t>뜻을 행하려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요6:38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주의 말씀은 내 발에 등이요 내 길에 빛이니이다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시119:105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진리의 성령이 오시면 그가 너희를 모든 진리 가운데로 인도하시리니</a:t>
            </a:r>
            <a:br/>
            <a:r>
              <a:t>그가 스스로 말하지 않고 오직 들은 것을 말하며 장래 일을 너희에게</a:t>
            </a:r>
            <a:br/>
            <a:r>
              <a:t>알리시리라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요16:13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말씀 앞에서 경외함으로 주께 홀로 섭니다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말씀 앞에서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생명의 말씀 읽고 순종해 주를 예배합니다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기록 된 말씀 힘이 있어서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진리로 우릴 거룩케하며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말씀 세세 영원히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복음이 되어 말씀하시네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말씀에 두려워 떠는 자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말씀에 생명을 거는 자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 사람 찾으시는 주님의 약속을 믿어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말씀에 운명을 거는 자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순종하며 주 따라가는 자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영원한 하나님 나라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이뤄갈 주의 교회여 일어나라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말씀은 우리를 구원에 이르는 지혜이니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목숨과 네 뜻 다해 주 말씀에 복종하라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하는 것보다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기도 하는 것보다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응답하실하나님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생각하는 것보다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이루시는 하나님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가운데 역사하신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능력대로 우리들의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간구함을 넘치도록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능히하실 주님께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