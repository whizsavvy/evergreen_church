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거룩하신 하나님 주께 감사드리세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거룩하신 하나님 주께 감사드리세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위해 이땅에 오신 독생자 예수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맘과 뜻 다해 주를 사랑합니다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날 위해 이땅에 오신 독생자 예수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약할 때 강함 주고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가난할 때 우리를 부요케 하신 나의 주 감사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등 뒤에서 나를 도우시는 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등 뒤에서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인생길에서 지치고 곤하여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매일처럼 주저앉고 싶을 때 나를 밀어주시네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 내 너를 도우리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등 뒤에서 나를 도우시는 주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평안히 길을 갈 때 보이지 않아도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지치고 곤하여 넘어질 때면 다가와 손 내미시네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 내 너를 도우리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등 뒤에서 나를 도우시는 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때때로 뒤돌아보면 여전히 계신 주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잔잔한 미소로 바라보시며 나를 재촉하시네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걸어라. 내 너를 도우리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걸어라 내가 새 힘을 주리니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일어나 너 걸어라 내 너를 도우리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(1)성도여 다 함께 할렐루야 아멘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성도여 다 함께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찬양 하여라 할렐루야 아멘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보좌 앞에서 택하신 은혜를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다 찬송 하여라 할렐루야 아멘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(2)맘 문을 열어라 할렐루야 아멘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온 하늘 울려라 할렐루야 아멘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인도자 되시며 친구가 되신 주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사랑 끝없다 할렐루야 아멘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(3)주 찬양 하여라 할렐루야 아멘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찬양은 끝없다 할렐루야 아멘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집에서 주 은총 기리며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늘 찬송 부르자 할렐루야 아멘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(1)내가 매일 기쁘게 순례의 길 행함은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내가 매일 기쁘게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팔이 나를 안보함이요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주의 큰 복을 받는 참된 비결은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(2)전에 죄에 빠져서 평안함이 없을 때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예수 십자가의 공로 힘 입어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발 아래 엎드려 참된 평화 얻음은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(3)나와 동행하시고 모든 염려 아시니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나는 숲의 새와 같이 기쁘다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기쁜 맘으로 주의 뜻을 행함은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(4)세상 모든 욕망과 나의 모든 정욕은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십자가에 이미 못을 박았네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어둔 밤이 지나고 무거운 짐 벗으니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영이 함께 함이라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성령이 계시네 할렐루야 함께 하시네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좁은 길을 걸으며 밤낮 기뻐하는 것 주의 영이 함께 함이라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이땅의 황무함을 보소서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하늘의 하나님 긍휼을 베푸시는 주여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죄악 용서하소서 이 땅 고쳐 주소서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이제 우리 모두 하나 되어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이땅의 무너진 기초를 다시 쌓을때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우리의 우상들을 태우실 성령의 불 임하소서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이제 불어와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주의 영광 가득한 새 날 주소서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 주님 나라 이땅에 임하소서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에브라임 산지 라마다임소빔에 에브라임 사람 엘가나라 하는 사람이 있었으니</a:t>
            </a:r>
            <a:br/>
            <a:r>
              <a:t>그는 여로함의 아들이요 엘리후의 손자요 도후의 증손이요 숩의 현손이더라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그에게 두 아내가 있었으니 한 사람의 이름은 한나요 한 사람의 이름은</a:t>
            </a:r>
            <a:br/>
            <a:r>
              <a:t>브닌나라 브닌나에게는 자식이 있고 한나에게는 자식이 없었더라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삼상1:2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 사람이 매년 자기 성읍에서 나와서 실로에 올라가서 만군의 여호와께</a:t>
            </a:r>
            <a:br/>
            <a:r>
              <a:t>예배하며 제사를 드렸는데 엘리의 두 아들 홉니와 비느하스가 여호와의</a:t>
            </a:r>
            <a:br/>
            <a:r>
              <a:t>제사장으로 거기에 있었더라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삼상1:3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엘가나가 제사를 드리는 날에는 제물의 분깃을 그의 아내 브닌나와 그의 모든</a:t>
            </a:r>
            <a:br/>
            <a:r>
              <a:t>자녀에게 주고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삼상1:4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한나에게는 갑절을 주니 이는 그를 사랑함이라 그러나 여호와께서 그에게</a:t>
            </a:r>
            <a:br/>
            <a:r>
              <a:t>임신하지 못하게 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그에게 임신하지 못하게 하시므로 그의 적수인 브닌나가 그를 심히</a:t>
            </a:r>
            <a:br/>
            <a:r>
              <a:t>격분하게 하여 괴롭게 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삼상1:6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매년 한나가 여호와의 집에 올라갈 때마다 남편이 그같이 하매 브닌나가 그를</a:t>
            </a:r>
            <a:br/>
            <a:r>
              <a:t>격분시키므로 그가 울고 먹지 아니하니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삼상1:7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그의 남편 엘가나가 그에게 이르되 한나여 어찌하여 울며 어찌하여 먹지</a:t>
            </a:r>
            <a:br/>
            <a:r>
              <a:t>아니하며 어찌하여 그대의 마음이 슬프냐 내가 그대에게 열 아들보다 낫지</a:t>
            </a:r>
            <a:br/>
            <a:r>
              <a:t>아니하냐 하니라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삼상1:8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실로에서 먹고 마신 후에 한나가 일어나니 그 때에 제사장 엘리는</a:t>
            </a:r>
            <a:br/>
            <a:r>
              <a:t>여호와의 전 문설주 곁 의자에 앉아 있었더라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삼상1:9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한나가 마음이 괴로워서 여호와께 기도하고 통곡하며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서원하여 이르되 만군의 여호와여 만일 주의 여종의 고통을 돌보시고 나를</a:t>
            </a:r>
            <a:br/>
            <a:r>
              <a:t>기억하사 주의 여종을 잊지 아니하시고 주의 여종에게 아들을 주시면 내가 그의</a:t>
            </a:r>
            <a:br/>
            <a:r>
              <a:t>평생에 그를 여호와께 드리고 삭도를 그의 머리에 대지 아니하겠나이다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삼상1:11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기도가 역사를 시작합니다 (사무엘상 1:1~11)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 때에 이스라엘에 왕이 없으므로 사람이 각기 자기의 소견에 옳은 대로</a:t>
            </a:r>
            <a:br/>
            <a:r>
              <a:t>행하였더라_x0000__x0000__x0000__x0000__x0000__x0000__x0000_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삿21:25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아이 사무엘이 엘리 앞에서 여호와를 섬길 때에는 여호와의 말씀이 희귀하여</a:t>
            </a:r>
            <a:br/>
            <a:r>
              <a:t>이상이 흔히 보이지 않았더라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삼상3:1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엘리의 아들들은 행실이 나빠 여호와를 알지 못하더라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삼상2:12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한나에게는 갑절을 주니 이는 그를 사랑함이라 그러나 여호와께서 그에게</a:t>
            </a:r>
            <a:br/>
            <a:r>
              <a:t>임신하지 못하게 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그에게 임신하지 못하게 하시므로 그의 적수인 브닌나가 그를 심히</a:t>
            </a:r>
            <a:br/>
            <a:r>
              <a:t>격분하게 하여 괴롭게 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매년 한나가 여호와의 집에 올라갈 때마다 남편이 그같이 하매 브닌나가 그를</a:t>
            </a:r>
            <a:br/>
            <a:r>
              <a:t>격분시키므로 그가 울고 먹지 아니하니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삼상1:7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매년 한나가 여호와의 집에 올라갈 때마다 남편이 그같이 하매 브닌나가 그를</a:t>
            </a:r>
            <a:br/>
            <a:r>
              <a:t>격분시키므로 그가 울고 먹지 아니하니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삼상1:7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한나에게는 갑절을 주니 이는 그를 사랑함이라 그러나 여호와께서 그에게</a:t>
            </a:r>
            <a:br/>
            <a:r>
              <a:t>임신하지 못하게 하시니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삼상1:5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여호와께서 그에게 임신하지 못하게 하시므로 그의 적수인 브닌나가 그를 심히</a:t>
            </a:r>
            <a:br/>
            <a:r>
              <a:t>격분하게 하여 괴롭게 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삼상1:6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우리가 알거니와 하나님을 사랑하는 자 곧 그의 뜻대로 부르심을 입은</a:t>
            </a:r>
            <a:br/>
            <a:r>
              <a:t>자들에게는 모든 것이 합력하여 선을 이루느니라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롬8:28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실로에서 먹고 마신 후에 한나가 일어나니 그 때에 제사장 엘리는</a:t>
            </a:r>
            <a:br/>
            <a:r>
              <a:t>여호와의 전 문설주 곁 의자에 앉아 있었더라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삼상1:9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너희 염려를 다 주께 맡기라 이는 그가 너희를 돌보심이라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벧전5:7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한나가 마음이 괴로워서 여호와께 기도하고 통곡하며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삼상1:10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수고하고 무거운 짐 진 자들아 다 내게로 오라 내가 너희를 쉬게 하리라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마11:28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서원하여 이르되 만군의 여호와여 만일 주의 여종의 고통을 돌보시고 나를</a:t>
            </a:r>
            <a:br/>
            <a:r>
              <a:t>기억하사 주의 여종을 잊지 아니하시고 주의 여종에게 아들을 주시면 내가 그의</a:t>
            </a:r>
            <a:br/>
            <a:r>
              <a:t>평생에 그를 여호와께 드리고 삭도를 그의 머리에 대지 아니하겠나이다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삼상1:11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조금 나아가사 얼굴을 땅에 대시고 엎드려 기도하여 이르시되 내 아버지여 만일</a:t>
            </a:r>
            <a:br/>
            <a:r>
              <a:t>할 만하시거든 이 잔을 내게서 지나가게 하옵소서 그러나 나의 원대로 마시옵고</a:t>
            </a:r>
            <a:br/>
            <a:r>
              <a:t>아버지의 원대로 하옵소서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마26:39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한나가 대답하여 이르되 내 주여 그렇지 아니하니이다 나는 마음이 슬픈 여자라</a:t>
            </a:r>
            <a:br/>
            <a:r>
              <a:t>포도주나 독주를 마신 것이 아니요 여호와 앞에 내 심정을 통한 것뿐이오니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삼상1:15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아무 것도 염려하지 말고 다만 모든 일에 기도와 간구로, 너희 구할 것을</a:t>
            </a:r>
            <a:br/>
            <a:r>
              <a:t>감사함으로 하나님께 아뢰라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빌4:6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그리하면 모든 지각에 뛰어난 하나님의 평강이 그리스도 예수 안에서 너희</a:t>
            </a:r>
            <a:br/>
            <a:r>
              <a:t>마음과 생각을 지키시리라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빌4:7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아침에 일찍이 일어나 여호와 앞에 경배하고 돌아가 라마의 자기 집에</a:t>
            </a:r>
            <a:br/>
            <a:r>
              <a:t>이르니라 엘가나가 그의 아내 한나와 동침하매 여호와께서 그를 생각하신지라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삼상1:19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한나가 임신하고 때가 이르매 아들을 낳아 사무엘이라 이름하였으니 이는 내가</a:t>
            </a:r>
            <a:br/>
            <a:r>
              <a:t>여호와께 그를 구하였다 함이더라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삼상1:20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노아와 그와 함께 방주에 있는 모든 들짐승과 가축을 기억하사</a:t>
            </a:r>
            <a:br/>
            <a:r>
              <a:t>하나님이 바람을 땅 위에 불게 하시매 물이 줄어들었고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창8:1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그 지역의 성을 멸하실 때 곧 롯이 거주하는 성을 엎으실 때에</a:t>
            </a:r>
            <a:br/>
            <a:r>
              <a:t>하나님이 아브라함을 생각하사 롯을 그 엎으시는 중에서 내보내셨더라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창19:29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하나님이 그들의 고통 소리를 들으시고 하나님이 아브라함과 이삭과 야곱에게</a:t>
            </a:r>
            <a:br/>
            <a:r>
              <a:t>세운 그의 언약을 기억하사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출2:24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주의 약속은 어떤 이들이 더디다고 생각하는 것 같이 더딘 것이 아니라 오직</a:t>
            </a:r>
            <a:br/>
            <a:r>
              <a:t>주께서는 너희를 대하여 오래 참으사 아무도 멸망하지 아니하고 다 회개하기에</a:t>
            </a:r>
            <a:br/>
            <a:r>
              <a:t>이르기를 원하시느니라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벧후3:9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그러므로 너희 죄를 서로 고백하며 병이 낫기를 위하여 서로 기도하라 의인의</a:t>
            </a:r>
            <a:br/>
            <a:r>
              <a:t>간구는 역사하는 힘이 큼이니라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약5:16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내 이름으로 일컫는 내 백성이 그들의 악한 길에서 떠나 스스로 낮추고</a:t>
            </a:r>
            <a:br/>
            <a:r>
              <a:t>기도하여 내 얼굴을 찾으면 내가 하늘에서 듣고 그들의 죄를 사하고 그들의</a:t>
            </a:r>
            <a:br/>
            <a:r>
              <a:t>땅을 고칠지라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대하7:14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여호와를 앙망하는 자는 새 힘을 얻으리니 독수리가 날개치며 올라감 같을</a:t>
            </a:r>
            <a:br/>
            <a:r>
              <a:t>것이요 달음박질하여도 곤비하지 아니하겠고 걸어가도 피곤하지 아니하리로다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사40:31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(1)내 기도하는 그 시간 그 때가 가장 즐겁다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내 기도하는 그 시간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세상 근심 걱정에 얽매인 나를 부르사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진정 소원 주 앞에 낱낱이 바로 아뢰어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큰 불행 당해 슬플 때 나 위로 받게 하시네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(2)내 기도하는 그 시간 내게는 가장 귀하다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 광야 같은 세상을 끝없이 방황 하면서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위태한 길로 나갈 때 주께서 나를 이끌어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보좌 앞에 나아가 큰 은혜 받게 하시네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(3)내 기도하는 그 시간 그 때가 가장 즐겁다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이때껏 지은 큰 죄로 내 마음 심히 아파도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참 마음으로 뉘우쳐 다 숨김없이 아뢰면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나를 위해 복 주사 새 은혜 부어 주시네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(4)내 기도하는 그 시간 그 때가 가장 즐겁다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세상에서 일찍이 저 요란한 곳 피하여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빈 들에서나 산에서 온밤을 새워 지내사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예수 친히 기도로 큰 본을 보여 주셨네 아멘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기도 하는 것보다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기도 하는 것보다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응답하실하나님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생각하는 것보다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더욱 이루시는 하나님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가운데 역사하신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능력대로 우리들의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간구함을 넘치도록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능히하실 주님께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모든 영광과 존귀 찬양과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경배를 돌릴지어다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