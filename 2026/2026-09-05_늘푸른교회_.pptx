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 나 주를 멀리 떠났다 이제 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 주를 멀리 떠났다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죄의 길에 시달려 주여 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이제 왔으니 내 집을 찾아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나를 받으사 맞아주소서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(2)그 귀한 세월 보내고 이제 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뉘우치는 눈물로 주여 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이제 왔으니 내 집을 찾아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나를 받으사 맞아주소서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 죄에 매여 고달파 이제 옵니다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크신 사랑 받고자 주여 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이제 왔으니 내 집을 찾아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나를 받으사 맞아주소서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(4)이 병든 맘을 고치려 이제 옵니다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힘과 소망 바라고 주여 옵니다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이제 왔으니 내 집을 찾아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나를 받으사 맞아주소서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(5)나 바랄 것이 무언가 우리 주 예수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위해 죽임 당하심 믿고 옵니다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이제 왔으니 내 집을 찾아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나를 받으사 맞아주소서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(1)변찮는 주님의 사랑과 거룩한 보혈의 공로를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변찮는 주님의 사랑과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다 찬양을 합시다 주님을 만나볼 때까지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우리를 깨끗게 하시는 주시니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피 우리를 눈보다 더 희게 하셨네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(2)우리를 깨끗게 한 피는 무궁한 생명의 물일세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생명의 구원을 받은 자 하나님 찬양을 합시다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우리를 깨끗게 하시는 주시니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피 우리를 눈보다 더 희게 하셨네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(3)주님의 거룩한 보혈을 날마다 입으로 간증해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담대히 싸우며 나가세 천국에 들어갈 때까지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우리를 깨끗게 하시는 주시니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피 우리를 눈보다 더 희게 하셨네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(4)십자가 단단히 붙잡고 날마다 이기며 나가세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머리에 면류관 쓰고서 주 앞에 찬양할 때까지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예수는 우리를 깨끗게 하시는 주시니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피 우리를 눈보다 더 희게 하셨네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풍요의 강물 흐르는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이름 찬양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부요한 땅에 살 때에 주님 찬양해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거치른 광야와 같은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인생길 걸어갈 때도 주님 찬양해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햇살이 나를 비추고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만물이 새롭게 될 때 주님 찬양해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가는 길 험할지라도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고통이 따를지라도 주님 찬양해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축복 주신 주님 찬양하리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날이 다가와도 난 외치리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 주의 이름을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영화로운 주 이름 찬양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지금은 엘리야 때처럼 주 말씀이 선포되고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엘리야의 날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주의 종 모세의 때와 같이 언약이 성취되네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비록 전쟁과 기근과 핍박 환난날이 다가와도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우리는 광야의 외치는 소리 주의 길을 예비하라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주님 구름타시고 나팔 불때에 다시 오시네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외치세 이는 은혜의 해니 시온에서 구원이 임하네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에스겔의 환상처럼 마른 뼈가 살아나며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주의 종 다윗의 때와 같이 예배가 회복되네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추수할 때가 이르러 들판은 희어졌네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우리는 추수할 일꾼되어 주 말씀을 선포하리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주님 구름타시고 나팔 불때에 다시 오시네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외치세 이는 은혜의 해니 시온에서 구원이 임하네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어제도 계셨고 오늘도 계시며 이제 곧 오실 어린양 예수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어제도 계셨고 오늘도 계시며 이제 곧 오실 어린양 예수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독생자 예수 날 위하여 오시었네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살아계신 주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죄 용서하시고 죽음에서 부활하신 나의 구세주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주안에서 거듭난 생명 도우시는 주의 사랑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 기쁨과 확신가지고 예수님의 도우심을 믿으며 살리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언젠가 주 뵐때까지 주를 위해 싸우리라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길 멀고 험해도 주님께서 나의 앞길 지켜주시리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주는 위대하며 능력이 많으시도다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 준비하시니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지혜 무궁하며 인자는 영원하도다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자들 고치시며 상처를 싸매시도다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별들의 수를 세시며 이름을 붙이셨도다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구름으로 하늘을 덮으시며 땅을 위하여 비 준비하시니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예루살렘아 여호와를 찬송할지어다 네 하나님을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그 앞에 나가며 주 임재 앞에 경배해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모든 장로가 모여 라마에 있는 사무엘에게 나아가서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 이르되 보소서 당신은 늙고 당신의 아들들은 당신의 행위를 따르지</a:t>
            </a:r>
            <a:br/>
            <a:r>
              <a:t>아니하니 모든 나라와 같이 우리에게 왕을 세워 우리를 다스리게 하소서 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우리에게 왕을 주어 우리를 다스리게 하라 했을 때에 사무엘이 그것을 기뻐하지</a:t>
            </a:r>
            <a:br/>
            <a:r>
              <a:t>아니하여 여호와께 기도하매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사무엘에게 이르시되 백성이 네게 한 말을 다 들으라 이는 그들이</a:t>
            </a:r>
            <a:br/>
            <a:r>
              <a:t>너를 버림이 아니요 나를 버려 자기들의 왕이 되지 못하게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그들을 애굽에서 인도하여 낸 날부터 오늘까지 그들이 모든 행사로 나를</a:t>
            </a:r>
            <a:br/>
            <a:r>
              <a:t>버리고 다른 신들을 섬김 같이 네게도 그리하는도다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그들의 말을 듣되 너는 그들에게 엄히 경고하고 그들을 다스릴 왕의</a:t>
            </a:r>
            <a:br/>
            <a:r>
              <a:t>제도를 가르치라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왕을 요구하는 백성에게 여호와의 모든 말씀을 말하여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이르되 너희를 다스릴 왕의 제도는 이러하니라 그가 너희 아들들을 데려다가</a:t>
            </a:r>
            <a:br/>
            <a:r>
              <a:t>그의 병거와 말을 어거하게 하리니 그들이 그 병거 앞에서 달릴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또 너희의 아들들을 천부장과 오십부장을 삼을 것이며 자기 밭을 갈게</a:t>
            </a:r>
            <a:br/>
            <a:r>
              <a:t>하고 자기 추수를 하게 할 것이며 자기 무기와 병거의 장비도 만들게 할</a:t>
            </a:r>
            <a:br/>
            <a:r>
              <a:t>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또 너희의 딸들을 데려다가 향료 만드는 자와 요리하는 자와 떡 굽는</a:t>
            </a:r>
            <a:br/>
            <a:r>
              <a:t>자로 삼을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또 너희의 밭과 포도원과 감람원에서 제일 좋은 것을 가져다가 자기의</a:t>
            </a:r>
            <a:br/>
            <a:r>
              <a:t>신하들에게 줄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또 너희의 곡식과 포도원 소산의 십일조를 거두어 자기의 관리와 신하에게</a:t>
            </a:r>
            <a:br/>
            <a:r>
              <a:t>줄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또 너희의 노비와 가장 아름다운 소년과 나귀들을 끌어다가 자기 일을</a:t>
            </a:r>
            <a:br/>
            <a:r>
              <a:t>시킬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너희의 양 떼의 십분의 일을 거두어 가리니 너희가 그의 종이 될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날에 너희는 너희가 택한 왕으로 말미암아 부르짖되 그 날에 여호와께서</a:t>
            </a:r>
            <a:br/>
            <a:r>
              <a:t>너희에게 응답하지 아니하시리라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사무엘의 말 듣기를 거절하여 이르되 아니로소이다 우리도 우리 왕이</a:t>
            </a:r>
            <a:br/>
            <a:r>
              <a:t>있어야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우리도 다른 나라들 같이 되어 우리의 왕이 우리를 다스리며 우리 앞에 나가서</a:t>
            </a:r>
            <a:br/>
            <a:r>
              <a:t>우리의 싸움을 싸워야 할 것이니이다 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백성의 말을 다 듣고 여호와께 아뢰매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사무엘에게 이르시되 그들의 말을 들어 왕을 세우라 하시니 사무엘이</a:t>
            </a:r>
            <a:br/>
            <a:r>
              <a:t>이스라엘 사람들에게 이르되 너희는 각기 성읍으로 돌아가라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누가 나의 왕인가요? (사무엘상 8:4~22)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돌을 취하여 미스바와 센 사이에 세워 이르되 여호와께서 여기까지</a:t>
            </a:r>
            <a:br/>
            <a:r>
              <a:t>우리를 도우셨다 하고 그 이름을 에벤에셀이라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 이르되 보소서 당신은 늙고 당신의 아들들은 당신의 행위를 따르지</a:t>
            </a:r>
            <a:br/>
            <a:r>
              <a:t>아니하니 모든 나라와 같이 우리에게 왕을 세워 우리를 다스리게 하소서 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우리도 다른 나라들 같이 되어 우리의 왕이 우리를 다스리며 우리 앞에 나가서</a:t>
            </a:r>
            <a:br/>
            <a:r>
              <a:t>우리의 싸움을 싸워야 할 것이니이다 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모든 장로가 모여 라마에 있는 사무엘에게 나아가서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 이르되 보소서 당신은 늙고 당신의 아들들은 당신의 행위를 따르지</a:t>
            </a:r>
            <a:br/>
            <a:r>
              <a:t>아니하니 모든 나라와 같이 우리에게 왕을 세워 우리를 다스리게 하소서 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네 하나님 여호와께서 네게 주시는 땅에 이르러 그 땅을 차지하고 거주할</a:t>
            </a:r>
            <a:br/>
            <a:r>
              <a:t>때에 만일 우리도 우리 주위의 모든 민족들 같이 우리 위에 왕을 세워야겠다는</a:t>
            </a:r>
            <a:br/>
            <a:r>
              <a:t>생각이 나거든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신17:14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반드시 네 하나님 여호와께서 택하신 자를 네 위에 왕으로 세울 것이며 네</a:t>
            </a:r>
            <a:br/>
            <a:r>
              <a:t>위에 왕을 세우려면 네 형제 중에서 한 사람을 할 것이요 네 형제 아닌</a:t>
            </a:r>
            <a:br/>
            <a:r>
              <a:t>타국인을 네 위에 세우지 말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신17:15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세계가 다 내게 속하였나니 너희가 내 말을 잘 듣고 내 언약을 지키면 너희는</a:t>
            </a:r>
            <a:br/>
            <a:r>
              <a:t>모든 민족 중에서 내 소유가 되겠고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출19:5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내게 대하여 제사장 나라가 되며 거룩한 백성이 되리라 너는 이 말을</a:t>
            </a:r>
            <a:br/>
            <a:r>
              <a:t>이스라엘 자손에게 전할지니라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출19:6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병거, 어떤 사람은 말을 의지하나 우리는 여호와 우리 하나님의</a:t>
            </a:r>
            <a:br/>
            <a:r>
              <a:t>이름을 자랑하리로다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시20:7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우리에게 왕을 주어 우리를 다스리게 하라 했을 때에 사무엘이 그것을 기뻐하지</a:t>
            </a:r>
            <a:br/>
            <a:r>
              <a:t>아니하여 여호와께 기도하매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사무엘에게 이르시되 백성이 네게 한 말을 다 들으라 이는 그들이</a:t>
            </a:r>
            <a:br/>
            <a:r>
              <a:t>너를 버림이 아니요 나를 버려 자기들의 왕이 되지 못하게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삼상8:7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만일 네 입으로 예수를 주로 시인하며 또 하나님께서 그를 죽은 자</a:t>
            </a:r>
            <a:br/>
            <a:r>
              <a:t>가운데서 살리신 것을 네 마음에 믿으면 구원을 받으리라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롬10:9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조금 나아가사 얼굴을 땅에 대시고 엎드려 기도하여 이르시되 내 아버지여 만일</a:t>
            </a:r>
            <a:br/>
            <a:r>
              <a:t>할 만하시거든 이 잔을 내게서 지나가게 하옵소서 그러나 나의 원대로 마시옵고</a:t>
            </a:r>
            <a:br/>
            <a:r>
              <a:t>아버지의 원대로 하옵소서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마26:39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사무엘에게 이르시되 그들의 말을 들어 왕을 세우라 하시니 사무엘이</a:t>
            </a:r>
            <a:br/>
            <a:r>
              <a:t>이스라엘 사람들에게 이르되 너희는 각기 성읍으로 돌아가라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너희의 양 떼의 십분의 일을 거두어 가리니 너희가 그의 종이 될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삼상8:17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인자가 온 것은 섬김을 받으려 함이 아니라 도리어 섬기려 하고 자기 목숨을</a:t>
            </a:r>
            <a:br/>
            <a:r>
              <a:t>많은 사람의 대속물로 주려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막10:45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사람의 모양으로 나타나사 자기를 낮추시고 죽기까지 복종하셨으니 곧 십자가에</a:t>
            </a:r>
            <a:br/>
            <a:r>
              <a:t>죽으심이라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이러므로 하나님이 그를 지극히 높여 모든 이름 위에 뛰어난 이름을 주사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빌2:9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하늘에 있는 자들과 땅에 있는 자들과 땅 아래에 있는 자들로 모든 무릎을</a:t>
            </a:r>
            <a:br/>
            <a:r>
              <a:t>예수의 이름에 꿇게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입으로 예수 그리스도를 주라 시인하여 하나님 아버지께 영광을 돌리게</a:t>
            </a:r>
            <a:br/>
            <a:r>
              <a:t>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빌2:11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성찬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구주 예수를 더욱 사랑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구주 예수를 더욱 사랑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엎드려 비는 말 들으소서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진정 소원이 내 구주 예수를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(2)이전엔 세상 낙 기뻤어도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 내 기쁨은 오직 예수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 세상 떠날 때 찬양하고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숨질 때 하는 말 이것일세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 아멘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영광 나타나셨네 권능으로 임하셨네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영광 나타나셨네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죽음에서 날 살리신 주 성령 놀라우신 주 하나님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주의 나라가 눈 먼 자는 눈을 뜨며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임하소서 저는 자는 걷게 되리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선포하리 만왕의 왕 예수 주의 나라 임하시네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