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네게는 여호와의 영이 크게 임하리니 너도 그들과 함께 예언을 하고 변하여 새</a:t>
            </a:r>
            <a:br/>
            <a:r>
              <a:t>사람이 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징조가 네게 임하거든 너는 기회를 따라 행하라 하나님이 너와 함께</a:t>
            </a:r>
            <a:br/>
            <a:r>
              <a:t>하시느니라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너는 나보다 앞서 길갈로 내려가라 내가 네게로 내려가서 번제와 화목제를</a:t>
            </a:r>
            <a:br/>
            <a:r>
              <a:t>드리리니 내가 네게 가서 네가 행할 것을 가르칠 때까지 칠 일 동안 기다리라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사무엘에게서 떠나려고 몸을 돌이킬 때에 하나님이 새 마음을 주셨고 그</a:t>
            </a:r>
            <a:br/>
            <a:r>
              <a:t>날 그 징조도 다 응하니라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기회를 따라 행하라 (사무엘상 10:6~9)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네게는 여호와의 영이 크게 임하리니 너도 그들과 함께 예언을 하고 변하여 새</a:t>
            </a:r>
            <a:br/>
            <a:r>
              <a:t>사람이 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징조가 네게 임하거든 너는 기회를 따라 행하라 하나님이 너와 함께</a:t>
            </a:r>
            <a:br/>
            <a:r>
              <a:t>하시느니라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너는 나보다 앞서 길갈로 내려가라 내가 네게로 내려가서 번제와 화목제를</a:t>
            </a:r>
            <a:br/>
            <a:r>
              <a:t>드리리니 내가 네게 가서 네가 행할 것을 가르칠 때까지 칠 일 동안 기다리라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그가 사무엘에게서 떠나려고 몸을 돌이킬 때에 하나님이 새 마음을 주셨고 그</a:t>
            </a:r>
            <a:br/>
            <a:r>
              <a:t>날 그 징조도 다 응하니라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징조가 네게 임하거든 너는 기회를 따라 행하라 하나님이 너와 함께</a:t>
            </a:r>
            <a:br/>
            <a:r>
              <a:t>하시느니라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사울이 대답하여 이르되 나는 이스라엘 지파의 가장 작은 지파 베냐민 사람이</a:t>
            </a:r>
            <a:br/>
            <a:r>
              <a:t>아니니이까 또 나의 가족은 베냐민 지파 모든 가족 중에 가장 미약하지</a:t>
            </a:r>
            <a:br/>
            <a:r>
              <a:t>아니하니이까 당신이 어찌하여 내게 이같이 말씀하시나이까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주의 말씀은 내 발에 등이요 내 길에 빛이니이다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시119:105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네게는 여호와의 영이 크게 임하리니 너도 그들과 함께 예언을 하고 변하여 새</a:t>
            </a:r>
            <a:br/>
            <a:r>
              <a:t>사람이 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기스에게 아들이 있으니 그의 이름은 사울이요 준수한 소년이라 이스라엘 자손</a:t>
            </a:r>
            <a:br/>
            <a:r>
              <a:t>중에 그보다 더 준수한 자가 없고 키는 모든 백성보다 어깨 위만큼 더 컸더라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삼상9:2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성령이 너희에게 임하시면 너희가 권능을 받고 예루살렘과 온 유대와</a:t>
            </a:r>
            <a:br/>
            <a:r>
              <a:t>사마리아와 땅 끝까지 이르러 내 증인이 되리라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행1:8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징조가 네게 임하거든 너는 기회를 따라 행하라 하나님이 너와 함께</a:t>
            </a:r>
            <a:br/>
            <a:r>
              <a:t>하시느니라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너희가 하나님의 성전인 것과 하나님의 성령이 너희 안에 계시는 것을</a:t>
            </a:r>
            <a:br/>
            <a:r>
              <a:t>알지 못하느냐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고전3:16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영광 나타나셨네 권능으로 임하셨네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주님의 영광 나타나셨네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죽음에서 날 살리신 주 성령 놀라우신 주 하나님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주의 나라가 눈 먼 자는 눈을 뜨며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임하소서 저는 자는 걷게 되리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선포하리 만왕의 왕 예수 주의 나라 임하시네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영광 나타나셨네 권능으로 임하셨네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주님의 영광 나타나셨네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죽음에서 날 살리신 주 성령 놀라우신 주 하나님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주의 나라가 눈 먼 자는 눈을 뜨며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임하소서 저는 자는 걷게 되리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선포하리 만왕의 왕 예수 주의 나라 임하시네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