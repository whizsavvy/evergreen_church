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빈 들에 마른 풀같이 시들은 나의 영혼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하늘문 여소서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주님이 약속한 성령 간절히 기다리네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반가운 빗소리 들려 산천이 춤을 추네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봄비로 내리는 성령 내게도 주옵소서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철 따라 우로를 내려 초목이 무성하니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갈급한 내 심령 위에 성령을 부으소서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참되신 사랑의 언약 어길 수 있사오랴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오늘에 흡족한 은혜 주실 줄 믿습니다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가물어 메마른 땅에 단비를 내리시듯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단비를 부어 새 생명 주옵소서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문 여소서 주의 뜻 이루게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성령님 오소서 이 땅에 영원히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보좌로 나아갈 때에 어떻게 나아가야 할까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보좌로 나아갈 때에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구원한 주의 십자가 그것을 믿으며 가네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보좌로 나아갈 때에 나 여전히 부족하나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품으신 주의 그 사랑 그것을 믿으며 가네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자격없는 내 힘이 아닌 오직 예수님의 보혈로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자격없는 내 힘이 아닌 오직 예수님의 보혈로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십자가의 보혈 완전하신 사랑 힘입어 나아갑니다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십자가의 보혈 완전하신 사랑 힘입어 예배합니다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송축해 내 영혼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해가 뜨는 새 아침 밝았네 이제 다시 주님 찬양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일이나 어떤 일이 내게 놓여도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저녁이 올때 나는 노래해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노하기를 더디하시는 주 그의 크신 사랑 넘치네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선하심 내가 노래하리 수 많은 이유로 나 노래해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그 날에 나의 힘 다하고 나의 삶에 여정 마칠 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끝없는 찬양 드리리라 수 많은 세월 지나 영원히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(1)죄에서 자유를 얻게 함은 보혈의 능력 주의 보혈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죄에서 자유를 얻게 함은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시험을 이기고 승리하니 참 놀라운 능력이로다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(2)육체의 정욕을 이길 힘은 보혈의 능력 주의 보혈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정결한 마음을 얻게 하니 참 놀라운 능력이로다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(3)눈보다 더 희게 맑히는 것 보혈의 능력 주의 보혈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부정한 모든 것 맑히시니 참 놀라운 능력이로다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(4)구주의 복음을 전할 제목 보혈의 능력 주의 보혈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나에게 찬송주니 참 놀라운 능력이로다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(1)나의 죄를 씻기는 예수의 피 밖에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죄를 씻기는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다시 정케 하기도 예수의 피 밖에 없네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(2)나를 정케 하기는 예수의 피 밖에 없네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사죄하는 증거도 예수의 피 밖에 없네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(3)나의 죄 속하기는 예수의 피 밖에 없네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공로 없으니 예수의 피 밖에 없네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(4)평안함과 소망은 예수의 피 밖에 없네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의는 이것뿐 예수의 피 밖에 없네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(5)영원토록 내 할 말 예수의 피 밖에 없네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찬미 제목은 예수의 피 밖에 없네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흘린 피 날 희게 하오니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귀하고 귀하다 예수의 피 밖에 없네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것 나의 생명까지 다 주님 앞에 드립니다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임재 안에서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임재 안에서 이제 내 영혼 자유해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거룩한 이름을 높이며 예배하리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찬양하리 내 평생 그 하나로 충분해요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찬양하리 내가 주의 임재 안에서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따라가리 내 평생 그 하나로 충분해요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따라가리 내가 주의 임재 안에서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 말을 들을 때에 하나님의 영에게 크게 감동되매 그의 노가 크게</a:t>
            </a:r>
            <a:br/>
            <a:r>
              <a:t>일어나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 겨리의 소를 잡아 각을 뜨고 전령들의 손으로 그것을 이스라엘 모든 지역에</a:t>
            </a:r>
            <a:br/>
            <a:r>
              <a:t>두루 보내어 이르되 누구든지 나와서 사울과 사무엘을 따르지 아니하면 그의</a:t>
            </a:r>
            <a:br/>
            <a:r>
              <a:t>소들도 이와 같이 하리라 하였더니 여호와의 두려움이 백성에게 임하매 그들이</a:t>
            </a:r>
            <a:br/>
            <a:r>
              <a:t>한 사람 같이 나온지라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베섹에서 그들의 수를 세어 보니 이스라엘 자손이 삼십만 명이요 유다</a:t>
            </a:r>
            <a:br/>
            <a:r>
              <a:t>사람이 삼만 명이더라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무리가 모든 전령들에게 이르되 너희는 길르앗 야베스 사람에게 이같이 이르기를</a:t>
            </a:r>
            <a:br/>
            <a:r>
              <a:t>내일 해가 더울 때에 너희가 구원을 받으리라 하라 전령들이 돌아가서 야베스</a:t>
            </a:r>
            <a:br/>
            <a:r>
              <a:t>사람들에게 전하매 그들이 기뻐하니라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야베스 사람들이 이에 이르되 우리가 내일 너희에게 나아가리니 너희 생각에</a:t>
            </a:r>
            <a:br/>
            <a:r>
              <a:t>좋을 대로 우리에게 다 행하라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이튿날 사울이 백성을 삼 대로 나누고 새벽에 적진 한가운데로 들어가서 날이</a:t>
            </a:r>
            <a:br/>
            <a:r>
              <a:t>더울 때까지 암몬 사람들을 치매 남은 자가 다 흩어져서 둘도 함께 한 자가</a:t>
            </a:r>
            <a:br/>
            <a:r>
              <a:t>없었더라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백성이 사무엘에게 이르되 사울이 어찌 우리를 다스리겠느냐 한 자가 누구니이까</a:t>
            </a:r>
            <a:br/>
            <a:r>
              <a:t>그들을 끌어내소서 우리가 죽이겠나이다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이르되 이 날에는 사람을 죽이지 못하리니 여호와께서 오늘 이스라엘</a:t>
            </a:r>
            <a:br/>
            <a:r>
              <a:t>중에 구원을 베푸셨음이니라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위기 앞에서 일어서는 사람 (사무엘상 11:6~13)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징조가 네게 임하거든 너는 기회를 따라 행하라 하나님이 너와 함께</a:t>
            </a:r>
            <a:br/>
            <a:r>
              <a:t>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암몬 사람 나하스가 올라와서 길르앗 야베스에 맞서 진 치매 야베스 모든</a:t>
            </a:r>
            <a:br/>
            <a:r>
              <a:t>사람들이 나하스에게 이르되 우리와 언약하자 그리하면 우리가 너를 섬기리라</a:t>
            </a:r>
            <a:br/>
            <a:r>
              <a:t>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암몬 사람 나하스가 그들에게 이르되 내가 너희 오른 눈을 다 빼야 너희와</a:t>
            </a:r>
            <a:br/>
            <a:r>
              <a:t>언약하리라 내가 온 이스라엘을 이같이 모욕하리라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마침 사울이 밭에서 소를 몰고 오다가 이르되 백성이 무슨 일로 우느냐 하니</a:t>
            </a:r>
            <a:br/>
            <a:r>
              <a:t>그들이 야베스 사람의 말을 전하니라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 겨리의 소를 잡아 각을 뜨고 전령들의 손으로 그것을 이스라엘 모든 지역에</a:t>
            </a:r>
            <a:br/>
            <a:r>
              <a:t>두루 보내어 이르되 누구든지 나와서 사울과 사무엘을 따르지 아니하면 그의</a:t>
            </a:r>
            <a:br/>
            <a:r>
              <a:t>소들도 이와 같이 하리라 하였더니 여호와의 두려움이 백성에게 임하매 그들이</a:t>
            </a:r>
            <a:br/>
            <a:r>
              <a:t>한 사람 같이 나온지라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 말을 들을 때에 하나님의 영에게 크게 감동되매 그의 노가 크게</a:t>
            </a:r>
            <a:br/>
            <a:r>
              <a:t>일어나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네게는 여호와의 영이 크게 임하리니 너도 그들과 함께 예언을 하고 변하여 새</a:t>
            </a:r>
            <a:br/>
            <a:r>
              <a:t>사람이 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삼상10:6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 겨리의 소를 잡아 각을 뜨고 전령들의 손으로 그것을 이스라엘 모든 지역에</a:t>
            </a:r>
            <a:br/>
            <a:r>
              <a:t>두루 보내어 이르되 누구든지 나와서 사울과 사무엘을 따르지 아니하면 그의</a:t>
            </a:r>
            <a:br/>
            <a:r>
              <a:t>소들도 이와 같이 하리라 하였더니 여호와의 두려움이 백성에게 임하매 그들이</a:t>
            </a:r>
            <a:br/>
            <a:r>
              <a:t>한 사람 같이 나온지라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삼상11:7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이튿날 사울이 백성을 삼 대로 나누고 새벽에 적진 한가운데로 들어가서 날이</a:t>
            </a:r>
            <a:br/>
            <a:r>
              <a:t>더울 때까지 암몬 사람들을 치매 남은 자가 다 흩어져서 둘도 함께 한 자가</a:t>
            </a:r>
            <a:br/>
            <a:r>
              <a:t>없었더라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어떤 불량배는 이르되 이 사람이 어떻게 우리를 구원하겠느냐 하고 멸시하며</a:t>
            </a:r>
            <a:br/>
            <a:r>
              <a:t>예물을 바치지 아니하였으나 그는 잠잠하였더라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삼상10:27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백성이 사무엘에게 이르되 사울이 어찌 우리를 다스리겠느냐 한 자가 누구니이까</a:t>
            </a:r>
            <a:br/>
            <a:r>
              <a:t>그들을 끌어내소서 우리가 죽이겠나이다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이르되 이 날에는 사람을 죽이지 못하리니 여호와께서 오늘 이스라엘</a:t>
            </a:r>
            <a:br/>
            <a:r>
              <a:t>중에 구원을 베푸셨음이니라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찬송가 제목을 찾을 수 없습니다.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말씀하시면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