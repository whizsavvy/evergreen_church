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어떻게 나아가야 할까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피를 힘입어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구원한 주의 십자가 그것을 믿으며 가네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나 여전히 부족하나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품으신 주의 그 사랑 그것을 믿으며 가네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나아갑니다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예배합니다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(1)이 눈에 아무 증거 아니 뵈어도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이 눈에 아무 증거 아니 뵈어도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믿음만을 가지고서 늘 걸으며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귀에 아무 소리 아니 들려도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약속 위에 서리라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 눈이 보기에는 어떠하든지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이미 얻은 증거대로 늘 믿으며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맘에 의심 없이 살아갈 때에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소원 주 안에서 이루리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(3)주님의 거룩함을 두고 맹세한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아버지는 참 미쁘다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귀한 모든 약속 믿는 자에게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능치 못할 무슨 일이 있을까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(1)주님 약속하신 말씀 위에서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약속하신 말씀 위에서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주를 찬송하리라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소리 높여 주께 영광 돌리며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(2)주님 약속하신 말씀 위에서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염려 내게 엄습 할 때에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용감하게 힘써 싸워 이기며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 약속하신 말씀 위에서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주의 사랑 힘입고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성령으로 힘서 싸워 이기며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(4)주님 약속하신 말씀 위에서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 인도 하는 대로 행하며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품에 항상 안식 얻으며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풀은 마르고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말씀은 영원해 주의 말씀은 영원해 주의 말씀은 영원해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말씀을 믿는자 그의 구원을 얻으리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말씀을 택하는 자 그의 능력을 보게 되리라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말씀은 영원해 주의 말씀은 영원해 주의 말씀은 영원해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내 힘이요 나의 기쁨 내 참 소망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예수는 내 힘이요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이름의 생명이 내 삶의 이유라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내 힘이요 나의 기쁨 내 참 소망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이름의 생명이 내 삶의 이유라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 따라갑니다 오직 주만 높임 받으소서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평생에 그 이름을 그의 선하심을 세상에 노래합니다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이름의 크신 능력 영원한 생명이 내 삶의 이유라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사나 죽으나 그 이름을 위하여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것 다 드리니 나를 받으소서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 따라갑니다 오직 주만 높임 받으소서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평생에 그 이름을 그의 선하심을 세상에 노래합니다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이름의 크신 능력 영원한 생명이 내 삶의 이유라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평생에 그 이름을 그의 선하심을 세상에 노래합니다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이름의 크신 능력 영원한 생명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삶의 이유라 내 삶의 이유라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영광 나타나셨네 권능으로 임하셨네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영광 나타나셨네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죽음에서 날 살리신 주 성령 놀라우신 주 하나님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주의 나라가 눈 먼 자는 눈을 뜨며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임하소서 저는 자는 걷게 되리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선포하리 만왕의 왕 예수 주의 나라 임하시네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