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누려왔던 모든 것들이 내가 지나 왔던 모든 시간이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은혜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걸어왔던 모든 순간이 당연한 것 아니라 은혜였소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아침 해가 뜨고 저녁의 노을 봄의 꽃향기와 가을의 열매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변하는 계절의 모든 순간이 당연한 것 아니라 은혜였소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것이 은혜 은혜 은혜 한없는 은혜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삶에 당연한 것 하나도 없었던 것을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것이 은혜, 은혜였소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이 땅에 태어나 사는 것 어린아이 시절과 지금까지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숨을 쉬며 살며 꿈을 꾸는 삶 당연한 것 아니라 은혜였소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하나님의 자녀로 살며 오늘 찬양하고 예배하는 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복음을 전할 수 있는 축복이 당연한 것 아니라 은혜였소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것이 은혜 은혜 은혜 한없는 은혜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삶에 당연한 것 하나도 없었던 것을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것이 은혜, 은혜였소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주는 위대하며 능력이 많으시도다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비 준비하시니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그의 지혜 무궁하며 인자는 영원하도다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상한 자들 고치시며 상처를 싸매시도다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별들의 수를 세시며 이름을 붙이셨도다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그가 구름으로 하늘을 덮으시며 땅을 위하여 비 준비하시니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예루살렘아 여호와를 찬송할지어다 네 하나님을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감사함으로 그 앞에 나가며 주 임재 앞에 경배해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(1)주의 친절한 팔에 안기세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주의 친절한 팔에 안기세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맘이 평안하리니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항상 기쁘고 복이 되겠네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영원하신 팔에 안기세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팔에 그 크신 팔에 안기세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팔에 영원하신 팔에 안기세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(2)날이 갈수록 주의 사랑이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두루 광명하게 비치고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천성 가는 길 편히 가리니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영원하신 팔에 안기세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팔에 그 크신 팔에 안기세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팔에 영원하신 팔에 안기세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(3)주의 보좌로 나아 갈 때에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기뻐 찬미소리 외치고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겁과 두려움 없어지리니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영원하신 팔에 안기세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팔에 그 크신 팔에 안기세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팔에 영원하신 팔에 안기세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(1)내 영혼이 은총 입어 중한 죄 짐 벗고 보니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내 영혼이 은총 입어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슬픔 많은 이 세상도 천국으로 화하도다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찬양하세 내 모든 죄 사함 받고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예수와 동행하니 그 어디나 하늘나라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(2)주의 얼굴 뵙기 전에 멀리 뵈던 하늘나라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맘 속에 이뤄지니 날로 날로 가깝도다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찬양하세 내 모든 죄 사함 받고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예수와 동행하니 그 어디나 하늘나라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(3)높은 산이 거친 들이 초막이나 궁궐이나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주 예수 모신 곳이 그 어디나 하늘나라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할렐루야 찬양하세 내 모든 죄 사함 받고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예수와 동행하니 그 어디나 하늘나라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신실하심 놀라워 죄인의 마음 흔드네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주님의 은혜 내게 넘치네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자비의 물가로 인도하시니 그 무엇도 끊지 못해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주여 기억하소서 주 백성 자녀들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신실한 주님의 약속 주님의 은혜 내게 넘치네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나를 향한 주 은혜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공의와 사랑 놀라워 약한 자 들어쓰시네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구원의 노래로 인도하시니 만백성 함께 찬양해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주여 기억하소서 주 백성 자녀들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진실한 주님의 약속 주님의 은혜 내게 넘치네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나를 향한 주 은혜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내게 허락하신 시련을 통해 나의 믿음 더욱 강하게 자라나고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나는 믿네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험한 산과 골짜기 지나는 동안 주께 더 가까이 나를 이끄시네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겪는 시험이 어렵고 힘겨워도 내 주님보다 크지 않네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앞의 바다가 갈라지지 않으면 주가 나로 바다 위 걷게 하리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나는 믿네 주의 능력으로 내 삶 새롭게 되리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나는 믿네 주의 능력으로 담대히 나아가리라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주와 함께 싸워 승리하리라 날마다 믿음으로 나 살아가리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날마다 믿음으로 나 살아가리 날마다 믿음으로 나 살아가리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사울은 사무엘이 정한 기한대로 이레 동안을 기다렸으나 사무엘이 길갈로 오지</a:t>
            </a:r>
            <a:br/>
            <a:r>
              <a:t>아니하매 백성이 사울에게서 흩어지는지라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삼상13:8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사울이 이르되 번제와 화목제물을 이리로 가져오라 하여 번제를 드렸더니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삼상13:9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번제 드리기를 마치자 사무엘이 온지라 사울이 나가 맞으며 문안하매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삼상13:10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사무엘이 이르되 왕이 행하신 것이 무엇이냐 하니 사울이 이르되 백성은 내게서</a:t>
            </a:r>
            <a:br/>
            <a:r>
              <a:t>흩어지고 당신은 정한 날 안에 오지 아니하고 블레셋 사람은 믹마스에 모였음을</a:t>
            </a:r>
            <a:br/>
            <a:r>
              <a:t>내가 보았으므로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삼상13:11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이에 내가 이르기를 블레셋 사람들이 나를 치러 길갈로 내려오겠거늘 내가</a:t>
            </a:r>
            <a:br/>
            <a:r>
              <a:t>여호와께 은혜를 간구하지 못하였다 하고 부득이하여 번제를 드렸나이다 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삼상13:12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사무엘이 사울에게 이르되 왕이 망령되이 행하였도다 왕이 왕의 하나님</a:t>
            </a:r>
            <a:br/>
            <a:r>
              <a:t>여호와께서 왕에게 내리신 명령을 지키지 아니하였도다 그리하였더라면 여호와께서</a:t>
            </a:r>
            <a:br/>
            <a:r>
              <a:t>이스라엘 위에 왕의 나라를 영원히 세우셨을 것이거늘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삼상13:13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지금은 왕의 나라가 길지 못할 것이라 여호와께서 왕에게 명령하신 바를 왕이</a:t>
            </a:r>
            <a:br/>
            <a:r>
              <a:t>지키지 아니하였으므로 여호와께서 그의 마음에 맞는 사람을 구하여 여호와께서</a:t>
            </a:r>
            <a:br/>
            <a:r>
              <a:t>그를 그의 백성의 지도자로 삼으셨느니라 하고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삼상13:14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부득이하여 그리하였나이다 (사무엘상 13:8~14)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이에 내가 이르기를 블레셋 사람들이 나를 치러 길갈로 내려오겠거늘 내가</a:t>
            </a:r>
            <a:br/>
            <a:r>
              <a:t>여호와께 은혜를 간구하지 못하였다 하고 부득이하여 번제를 드렸나이다 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삼상13:12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너는 마음을 다하여 여호와를 신뢰하고 네 명철을 의지하지 말라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잠3:5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너는 범사에 그를 인정하라 그리하면 네 길을 지도하시리라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잠3:6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사울이 이르되 번제와 화목제물을 이리로 가져오라 하여 번제를 드렸더니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삼상13:9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내가 두려워하는 날에는 내가 주를 의지하리이다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시56:3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모세가 백성에게 이르되 너희는 두려워하지 말고 가만히 서서 여호와께서 오늘</a:t>
            </a:r>
            <a:br/>
            <a:r>
              <a:t>너희를 위하여 행하시는 구원을 보라 너희가 오늘 본 애굽 사람을 영원히 다시</a:t>
            </a:r>
            <a:br/>
            <a:r>
              <a:t>보지 아니하리라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출14:13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사무엘이 이르되 왕이 행하신 것이 무엇이냐 하니 사울이 이르되 백성은 내게서</a:t>
            </a:r>
            <a:br/>
            <a:r>
              <a:t>흩어지고 당신은 정한 날 안에 오지 아니하고 블레셋 사람은 믹마스에 모였음을</a:t>
            </a:r>
            <a:br/>
            <a:r>
              <a:t>내가 보았으므로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삼상13:11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이에 내가 이르기를 블레셋 사람들이 나를 치러 길갈로 내려오겠거늘 내가</a:t>
            </a:r>
            <a:br/>
            <a:r>
              <a:t>여호와께 은혜를 간구하지 못하였다 하고 부득이하여 번제를 드렸나이다 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삼상13:12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사무엘이 이르되 여호와께서 번제와 다른 제사를 그의 목소리를 청종하는 것을</a:t>
            </a:r>
            <a:br/>
            <a:r>
              <a:t>좋아하심 같이 좋아하시겠나이까 순종이 제사보다 낫고 듣는 것이 숫양의</a:t>
            </a:r>
            <a:br/>
            <a:r>
              <a:t>기름보다 나으니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삼상15:22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아담이 이르되 하나님이 주셔서 나와 함께 있게 하신 여자 그가 그 나무</a:t>
            </a:r>
            <a:br/>
            <a:r>
              <a:t>열매를 내게 주므로 내가 먹었나이다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창3:12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사무엘이 사울에게 이르되 왕이 망령되이 행하였도다 왕이 왕의 하나님</a:t>
            </a:r>
            <a:br/>
            <a:r>
              <a:t>여호와께서 왕에게 내리신 명령을 지키지 아니하였도다 그리하였더라면 여호와께서</a:t>
            </a:r>
            <a:br/>
            <a:r>
              <a:t>이스라엘 위에 왕의 나라를 영원히 세우셨을 것이거늘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삼상13:13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이르시기를 너희는 가만히 있어 내가 하나님 됨을 알지어다 내가 뭇 나라</a:t>
            </a:r>
            <a:br/>
            <a:r>
              <a:t>중에서 높임을 받으리라 내가 세계 중에서 높임을 받으리라 하시도다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시46:10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조금 나아가사 얼굴을 땅에 대시고 엎드려 기도하여 이르시되 내 아버지여 만일</a:t>
            </a:r>
            <a:br/>
            <a:r>
              <a:t>할 만하시거든 이 잔을 내게서 지나가게 하옵소서 그러나 나의 원대로 마시옵고</a:t>
            </a:r>
            <a:br/>
            <a:r>
              <a:t>아버지의 원대로 하옵소서 하시고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마26:39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아무 것도 염려하지 말고 다만 모든 일에 기도와 간구로, 너희 구할 것을</a:t>
            </a:r>
            <a:br/>
            <a:r>
              <a:t>감사함으로 하나님께 아뢰라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빌4:6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그리하면 모든 지각에 뛰어난 하나님의 평강이 그리스도 예수 안에서 너희</a:t>
            </a:r>
            <a:br/>
            <a:r>
              <a:t>마음과 생각을 지키시리라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빌4:7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하나님의 부르심에는 후회하심이 없네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하나님의 부르심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이 자리에 선 것도 주의 부르심이라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하나님의 부르심에는 결코 실수가 없네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나를 부르신 하나님의 신실하심을 믿네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작은 나를 부르신 뜻을 나는 알 수 없지만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감사와 순종으로 주의 길을 가리라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때론 내가 연약해져도 주님 날 도우시니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놀라운 그 계획을 나는 믿으며 살리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 부르신 뜻 내 생각보다 크고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 향한 계획 나의 지혜로 측량 못하나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가장 좋은 길로 가장 완전한 길로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오늘도 날 이끄심 믿네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 부르신 뜻 내 생각보다 크고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 향한 계획 나의 지혜로 측량못하나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가장 좋은 길로 가장 완전한 길로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오늘도 날 이끄심 믿네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신실하신 주를 찬양해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말씀하시면 내가 나아가리다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주님 말씀하시면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뜻이 아니면 내가 멈춰서리다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가고 서는것 주님 뜻에 있으니 오 주님 나를 이끄소서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뜻하신 그곳에 나 있기 원합니다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이끄시는 대로 순종하며 살리니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연약한 내 영혼 통하여 일하소서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 나라와 그 뜻을 위하여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 주님 나를 이끄소서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