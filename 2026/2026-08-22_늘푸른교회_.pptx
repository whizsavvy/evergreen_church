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보좌 앞에 모였네 함께 주를 찬양 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우리 보좌 앞에 모였네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사랑 그 아들 주셨네 그의 피로 우린 구원 받았네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십자가에서 쏟으신 그사랑 강 같이 온 땅에 흘러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각 나라와 족속 백성 방언에서 구원 받고 주 경배드리네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구원하심이 보좌에 앉으신 우리 하나님과 어린 양께 있도다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구원하심이 보좌에 앉으신 우리 하나님과 어린 양께 있도다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(1)죄에서 자유를 얻게 함은 보혈의 능력 주의 보혈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죄에서 자유를 얻게 함은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시험을 이기고 승리하니 참 놀라운 능력이로다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(2)육체의 정욕을 이길 힘은 보혈의 능력 주의 보혈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정결한 마음을 얻게 하니 참 놀라운 능력이로다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(3)눈보다 더 희게 맑히는 것 보혈의 능력 주의 보혈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부정한 모든 것 맑히시니 참 놀라운 능력이로다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(4)구주의 복음을 전할 제목 보혈의 능력 주의 보혈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나에게 찬송주니 참 놀라운 능력이로다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등 뒤에서 나를 도우시는 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등 뒤에서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인생길에서 지치고 곤하여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매일처럼 주저앉고 싶을 때 나를 밀어주시네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걸어라 내가 새 힘을 주리니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너 걸어라 내 너를 도우리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등 뒤에서 나를 도우시는 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평안히 길을 갈 때 보이지 않아도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지치고 곤하여 넘어질 때면 다가와 손 내미시네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걸어라 내가 새 힘을 주리니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너 걸어라 내 너를 도우리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등 뒤에서 나를 도우시는 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때때로 뒤돌아보면 여전히 계신 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잔잔한 미소로 바라보시며 나를 재촉하시네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걸어라 내가 새 힘을 주리니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너 걸어라. 내 너를 도우리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걸어라 내가 새 힘을 주리니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너 걸어라 내 너를 도우리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(1)주와 같이 길가는 것 즐거운 일 아닌가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주와 같이 길 가는 것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주님 걸어가신 발자취를 밟겠네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한 걸음 한 걸음 주 예수와 함께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날마다 우리 걸어가리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(2)어린 아이 같은 우리 미련하고 약하나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손에 이끌리어 생명 길로 가겠네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한 걸음 한 걸음 주 예수와 함께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날마다 우리 걸어가리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(3)꽃이 피는 들판이나 험한 골짜기라도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주가 인도 하는 대로 주와 같이 가겠네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한 걸음 한 걸음 주 예수와 함께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날마다 우리 걸어가리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(4)옛 선지자 에녹같이 우리들도 천국에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들려 올라 갈 때 까지 주와 같이 걷겠네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한 걸음 한 걸음 주 예수와 함께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날마다 우리 걸어가리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세계와 열방 가운데 예수와 같은 이름 없네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영광의 이름 예수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죄악과 어둔 세상 유일한 소망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예수와 비교할 수 없네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민족을 구원할 이름 예수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발 앞에 헛된 우상 무너지리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이름 예수 찬양하리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처음과 나중 되신 주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이름 예수 경배하리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세계와 열방을 구원하실 주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지금은 엘리야 때처럼 주 말씀이 선포되고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엘리야의 날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주의 종 모세의 때와 같이 언약이 성취되네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비록 전쟁과 기근과 핍박 환난날이 다가와도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우리는 광야의 외치는 소리 주의 길을 예비하라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주님 구름타시고 나팔 불때에 다시 오시네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외치세 이는 은혜의 해니 시온에서 구원이 임하네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에스겔의 환상처럼 마른 뼈가 살아나며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주의 종 다윗의 때와 같이 예배가 회복되네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추수할 때가 이르러 들판은 희어졌네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우리는 추수할 일꾼되어 주 말씀을 선포하리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보라 주님 구름타시고 나팔 불때에 다시 오시네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외치세 이는 은혜의 해니 시온에서 구원이 임하네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어제도 계셨고 오늘도 계시며 이제 곧 오실 어린양 예수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어제도 계셨고 오늘도 계시며 이제 곧 오실 어린양 예수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 찬양 찬양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마라나타 주 예수여 어서 오시옵소서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마라나타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땅의 모든 끝 모든 족속 주를 찬송하게 하소서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마라나타 주 예수여 어서 오시옵소서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열방이 주께 돌아와 춤 추며 경배하게 하소서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주님 다시 오실 길을 만들자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십자가를 들고 땅 끝까지 우린 가리라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주님 하늘 영광 온 땅 덮을 때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우린 땅 끝에서 주를 맞으리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마라나타 마라나타 아멘 주 예수여 오시옵소서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사무엘의 말이 온 이스라엘에 전파되니라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블레셋 사람들이 이스라엘에 대하여 전열을 벌이니라 그 둘이 싸우다가</a:t>
            </a:r>
            <a:br/>
            <a:r>
              <a:t>이스라엘이 블레셋 사람들 앞에서 패하여 그들에게 전쟁에서 죽임을 당한 군사가</a:t>
            </a:r>
            <a:br/>
            <a:r>
              <a:t>사천 명 가량이라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백성이 진영으로 돌아오매 이스라엘 장로들이 이르되 여호와께서 어찌하여</a:t>
            </a:r>
            <a:br/>
            <a:r>
              <a:t>우리에게 오늘 블레셋 사람들 앞에 패하게 하셨는고 여호와의 언약궤를 실로에서</a:t>
            </a:r>
            <a:br/>
            <a:r>
              <a:t>우리에게로 가져다가 우리 중에 있게 하여 그것으로 우리를 우리 원수들의</a:t>
            </a:r>
            <a:br/>
            <a:r>
              <a:t>손에서 구원하게 하자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이에 백성이 실로에 사람을 보내어 그룹 사이에 계신 만군의 여호와의 언약궤를</a:t>
            </a:r>
            <a:br/>
            <a:r>
              <a:t>거기서 가져왔고 엘리의 두 아들 홉니와 비느하스는 하나님의 언약궤와 함께</a:t>
            </a:r>
            <a:br/>
            <a:r>
              <a:t>거기에 있었더라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여호와의 언약궤가 진영에 들어올 때에 온 이스라엘이 큰 소리로 외치매 땅이</a:t>
            </a:r>
            <a:br/>
            <a:r>
              <a:t>울린지라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블레셋 사람이 그 외치는 소리를 듣고 이르되 히브리 진영에서 큰 소리로</a:t>
            </a:r>
            <a:br/>
            <a:r>
              <a:t>외침은 어찌 됨이냐 하다가 여호와의 궤가 진영에 들어온 줄을 깨달은지라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블레셋 사람이 두려워하여 이르되 신이 진영에 이르렀도다 하고 또 이르되</a:t>
            </a:r>
            <a:br/>
            <a:r>
              <a:t>우리에게 화로다 전날에는 이런 일이 없었도다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우리에게 화로다 누가 우리를 이 능한 신들의 손에서 건지리요 그들은 광야에서</a:t>
            </a:r>
            <a:br/>
            <a:r>
              <a:t>여러 가지 재앙으로 애굽인을 친 신들이니라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 블레셋 사람들아 강하게 되며 대장부가 되라 너희가 히브리 사람의 종이</a:t>
            </a:r>
            <a:br/>
            <a:r>
              <a:t>되기를 그들이 너희의 종이 되었던 것 같이 되지 말고 대장부 같이 되어</a:t>
            </a:r>
            <a:br/>
            <a:r>
              <a:t>싸우라 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블레셋 사람들이 쳤더니 이스라엘이 패하여 각기 장막으로 도망하였고 살륙이</a:t>
            </a:r>
            <a:br/>
            <a:r>
              <a:t>심히 커서 이스라엘 보병의 엎드러진 자가 삼만 명이었으며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하나님의 궤는 빼앗겼고 엘리의 두 아들 홉니와 비느하스는 죽임을 당하였더라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그것으로 우리를 구원하게 하자 (사무엘상 4:1~11)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백성이 진영으로 돌아오매 이스라엘 장로들이 이르되 여호와께서 어찌하여</a:t>
            </a:r>
            <a:br/>
            <a:r>
              <a:t>우리에게 오늘 블레셋 사람들 앞에 패하게 하셨는고 여호와의 언약궤를 실로에서</a:t>
            </a:r>
            <a:br/>
            <a:r>
              <a:t>우리에게로 가져다가 우리 중에 있게 하여 그것으로 우리를 우리 원수들의</a:t>
            </a:r>
            <a:br/>
            <a:r>
              <a:t>손에서 구원하게 하자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삼상4:3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여호와여 어느 때까지니이까 나를 영원히 잊으시나이까 주의 얼굴을 나에게서</a:t>
            </a:r>
            <a:br/>
            <a:r>
              <a:t>어느 때까지 숨기시겠나이까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시13:1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백성이 진영으로 돌아오매 이스라엘 장로들이 이르되 여호와께서 어찌하여</a:t>
            </a:r>
            <a:br/>
            <a:r>
              <a:t>우리에게 오늘 블레셋 사람들 앞에 패하게 하셨는고 여호와의 언약궤를 실로에서</a:t>
            </a:r>
            <a:br/>
            <a:r>
              <a:t>우리에게로 가져다가 우리 중에 있게 하여 그것으로 우리를 우리 원수들의</a:t>
            </a:r>
            <a:br/>
            <a:r>
              <a:t>손에서 구원하게 하자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삼상4:3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비록 무화과나무가 무성하지 못하며 포도나무에 열매가 없으며 감람나무에 소출이</a:t>
            </a:r>
            <a:br/>
            <a:r>
              <a:t>없으며 밭에 먹을 것이 없으며 우리에 양이 없으며 외양간에 소가 없을지라도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합3:17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나는 여호와로 말미암아 즐거워하며 나의 구원의 하나님으로 말미암아</a:t>
            </a:r>
            <a:br/>
            <a:r>
              <a:t>기뻐하리로다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합3:18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여호와의 언약궤가 진영에 들어올 때에 온 이스라엘이 큰 소리로 외치매 땅이</a:t>
            </a:r>
            <a:br/>
            <a:r>
              <a:t>울린지라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삼상4:5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하나님의 궤는 빼앗겼고 엘리의 두 아들 홉니와 비느하스는 죽임을 당하였더라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삼상4:11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아스돗 사람들이 이튿날 일찍이 일어나 본즉 다곤이 여호와의 궤 앞에서</a:t>
            </a:r>
            <a:br/>
            <a:r>
              <a:t>엎드러져 그 얼굴이 땅에 닿았는지라 그들이 다곤을 일으켜 다시 그 자리에</a:t>
            </a:r>
            <a:br/>
            <a:r>
              <a:t>세웠더니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삼상5:3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이튿날 아침에 그들이 일찍이 일어나 본즉 다곤이 여호와의 궤 앞에서</a:t>
            </a:r>
            <a:br/>
            <a:r>
              <a:t>또다시 엎드러져 얼굴이 땅에 닿았고 그 머리와 두 손목은 끊어져 문지방에</a:t>
            </a:r>
            <a:br/>
            <a:r>
              <a:t>있고 다곤의 몸뚱이만 남았더라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삼상5:4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세상의 빛이라 산 위에 있는 동네가 숨겨지지 못할 것이요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마5:14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내가 네게 이르노니 너는 베드로라 내가 이 반석 위에 내 교회를 세우리니</a:t>
            </a:r>
            <a:br/>
            <a:r>
              <a:t>음부의 권세가 이기지 못하리라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마16:18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여호와께 바라는 한 가지 일 그것을 구하리니 곧 내가 내 평생에</a:t>
            </a:r>
            <a:br/>
            <a:r>
              <a:t>여호와의 집에 살면서 여호와의 아름다움을 바라보며 그의 성전에서 사모하는</a:t>
            </a:r>
            <a:br/>
            <a:r>
              <a:t>그것이라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시27:4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나는 포도나무요 너희는 가지라 그가 내 안에, 내가 그 안에 거하면 사람이</a:t>
            </a:r>
            <a:br/>
            <a:r>
              <a:t>열매를 많이 맺나니 나를 떠나서는 너희가 아무 것도 할 수 없음이라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요15:5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그리스도께서도 단번에 죄를 위하여 죽으사 의인으로서 불의한 자를 대신하셨으니</a:t>
            </a:r>
            <a:br/>
            <a:r>
              <a:t>이는 우리를 하나님 앞으로 인도하려 하심이라 육체로는 죽임을 당하시고</a:t>
            </a:r>
            <a:br/>
            <a:r>
              <a:t>영으로는 살리심을 받으셨으니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벧전3:18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사망의 음침한 골짜기로 다닐지라도 해를 두려워하지 않을 것은 주께서</a:t>
            </a:r>
            <a:br/>
            <a:r>
              <a:t>나와 함께 하심이라 주의 지팡이와 막대기가 나를 안위하시나이다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시23:4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내게 사는 것이 그리스도니 죽는 것도 유익함이라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빌1:21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이같이 너희 빛이 사람 앞에 비치게 하여 그들로 너희 착한 행실을 보고</a:t>
            </a:r>
            <a:br/>
            <a:r>
              <a:t>하늘에 계신 너희 아버지께 영광을 돌리게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마5:16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 한 번도 나를 실망시킨적 없으시고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하나님 한번도 나를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언제나 공평과 은혜로 나를 지키셨네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신실하신 주 오 신실하신 주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너를 떠나지도 않으리라 내 너를 버리지도 않으리라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약속하셨던 주님 그 약속을 지키사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후로도 영원토록 나를 지키시리라 확신하네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지나온 모든 세월들 돌아 보아도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어느것 하나 주의 손길 안미친것 전혀 없네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신실하신 주 오 신실하신 주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너를 떠나지도 않으리라 내 너를 버리지도 않으리라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약속하셨던 주님 그 약속을 지키사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후로도 영원토록 나를 지키시리라 확신하네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기도 하는 것보다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기도 하는 것보다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응답하실하나님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생각하는 것보다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이루시는 하나님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가운데 역사하신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능력대로 우리들의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간구함을 넘치도록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능히하실 주님께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영광과 존귀 찬양과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경배를 돌릴지어다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영광과 존귀 찬양과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경배를 돌릴지어다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