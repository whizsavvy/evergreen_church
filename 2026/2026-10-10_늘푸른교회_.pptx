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영혼이 잠잠히 하나님만 바람이여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영혼이 잠잠히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구원이 그에게서 나는도다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영혼아 잠잠히 하나님만 바라라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소망이 저에게서 나는도다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반석 나의 구원이시니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산성 내가 요동치 아니하리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영혼이 간절히 여호와를 갈망하며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입술이 여호와를 찬양하리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영혼이 즐거이 여호와를 따르리니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평생에 여호와를 송축하리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반석 나의 구원이시니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산성 내가 요동치 아니하리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구원 나의 영광 하나님께 있으니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힘의 반석과 피난처되시네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반석 나의 구원이시니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산성 내가 요동치 아니하리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요동치 아니하리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문을 여소서 이 곳을 주목하소서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임재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향한 노래가 꺼지지 않으니 하늘을 열고 보소서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 임재하소서 주님을 기다립니다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기도의 향기가 하늘에 닿으니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임재하여 주소서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 오셔서 이 곳에 앉으소서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곳에서 드리는 예배를 받으소서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이름이 주님의 이름만이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주의 이름만 이 곳에 있습니다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(1)이 눈에 아무 증거 아니 뵈어도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이 눈에 아무 증거 아니 뵈어도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믿음만을 가지고서 늘 걸으며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귀에 아무 소리 아니 들려도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약속 위에 서리라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의심 버리고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눈과 귀에 아무 증거 없어도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(2)이 눈이 보기에는 어떠하든지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이미 얻은 증거대로 늘 믿으며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맘에 의심 없이 살아갈 때에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소원 주 안에서 이루리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의심 버리고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눈과 귀에 아무 증거 없어도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(3)주님의 거룩함을 두고 맹세한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하나님 아버지는 참 미쁘다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귀한 모든 약속 믿는 자에게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능치 못할 무슨 일이 있을까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나가세 나가세 의심 버리고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걸어가세 믿음위에 서서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눈과 귀에 아무 증거 없어도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(1)구주 예수 의지함이 심히 기쁜 일일세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구주 예수 의지함이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영생 허락 받았으니 의심 아주 없도다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믿는 것은 받은 증거 많도다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귀한 예수 믿음 더욱 주소서 아멘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(2)구주 예수 의지함이 심히 기쁜 일일세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주를 믿는 나의 마음 그의 피에 적시네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믿는 것은 받은 증거 많도다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귀한 예수 믿음 더욱 주소서 아멘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(3)구주 예수 의지하여 죄악 벗어 버리네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안위 받고 영생함을 주께 모두 얻었네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믿는 것은 받은 증거 많도다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귀한 예수 믿음 더욱 주소서 아멘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(4)구주예수 의지하여 구원함을 얻었네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영원무궁 지나도록 주여 함께 하소서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믿는 것은 받은 증거 많도다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예수 귀한 예수 믿음 더욱 주소서 아멘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풍요의 강물 흐르는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이름 찬양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부요한 땅에 살 때에 주님 찬양해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거치른 광야와 같은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인생길 걸어갈 때도 주님 찬양해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햇살이 나를 비추고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만물이 새롭게 될 때 주님 찬양해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이름 찬양 가는 길 험할지라도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고통이 따를지라도 주님 찬양해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축복 주신 주님 찬양하리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날이 다가와도 난 외치리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찬양해 주의 이름을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이름을 찬양해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영화로운 주 이름 찬양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것 나의 생명까지 다 주님 앞에 드립니다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임재 안에서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임재 안에서 이제 내 영혼 자유해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거룩한 이름을 높이며 예배하리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찬양하리 내 평생 그 하나로 충분해요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찬양하리 내가 주의 임재 안에서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따라가리 내 평생 그 하나로 충분해요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어린양 따라가리 내가 주의 임재 안에서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허락하신 시련을 통해 나의 믿음 더욱 강하게 자라나고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나는 믿네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험한 산과 골짜기 지나는 동안 주께 더 가까이 나를 이끄시네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겪는 시험이 어렵고 힘겨워도 내 주님보다 크지 않네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앞의 바다가 갈라지지 않으면 주가 나로 바다 위 걷게 하리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믿네 주의 능력으로 내 삶 새롭게 되리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믿네 주의 능력으로 담대히 나아가리라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주와 함께 싸워 승리하리라 날마다 믿음으로 나 살아가리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믿음으로 나 살아가리 날마다 믿음으로 나 살아가리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백성이 사무엘에게 이르되 당신의 종들을 위하여 당신의 하나님 여호와께</a:t>
            </a:r>
            <a:br/>
            <a:r>
              <a:t>기도하여 우리가 죽지 않게 하소서 우리가 우리의 모든 죄에 왕을 구하는 악을</a:t>
            </a:r>
            <a:br/>
            <a:r>
              <a:t>더하였나이다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삼상12:19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백성에게 이르되 두려워하지 말라 너희가 과연 이 모든 악을</a:t>
            </a:r>
            <a:br/>
            <a:r>
              <a:t>행하였으나 여호와를 따르는 데에서 돌아서지 말고 오직 너희의 마음을 다하여</a:t>
            </a:r>
            <a:br/>
            <a:r>
              <a:t>여호와를 섬기라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돌아서서 유익하게도 못하며 구원하지도 못하는 헛된 것을 따르지 말라 그들은</a:t>
            </a:r>
            <a:br/>
            <a:r>
              <a:t>헛되니라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여호와께서는 너희를 자기 백성으로 삼으신 것을 기뻐하셨으므로 여호와께서는</a:t>
            </a:r>
            <a:br/>
            <a:r>
              <a:t>그의 크신 이름을 위해서라도 자기 백성을 버리지 아니하실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삼상12:22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너희를 위하여 기도하기를 쉬는 죄를 여호와 앞에 결단코 범하지 아니하고</a:t>
            </a:r>
            <a:br/>
            <a:r>
              <a:t>선하고 의로운 길을 너희에게 가르칠 것인즉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삼상12:23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여호와께서 너희를 위하여 행하신 그 큰 일을 생각하여 오직 그를</a:t>
            </a:r>
            <a:br/>
            <a:r>
              <a:t>경외하며 너희의 마음을 다하여 진실히 섬기라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삼상12:24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너희가 여전히 악을 행하면 너희와 너희 왕이 다 멸망하리라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삼상12:25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자기 백성을 버리지 아니하실 것이요 (사무엘상 12:19~25)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이르되 이 날에는 사람을 죽이지 못하리니 여호와께서 오늘 이스라엘</a:t>
            </a:r>
            <a:br/>
            <a:r>
              <a:t>중에 구원을 베푸셨음이니라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삼상11:13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백성이 사무엘에게 이르되 당신의 종들을 위하여 당신의 하나님 여호와께</a:t>
            </a:r>
            <a:br/>
            <a:r>
              <a:t>기도하여 우리가 죽지 않게 하소서 우리가 우리의 모든 죄에 왕을 구하는 악을</a:t>
            </a:r>
            <a:br/>
            <a:r>
              <a:t>더하였나이다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우리도 다른 나라들 같이 되어 우리의 왕이 우리를 다스리며 우리 앞에 나가서</a:t>
            </a:r>
            <a:br/>
            <a:r>
              <a:t>우리의 싸움을 싸워야 할 것이니이다 하는지라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삼상8:20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사무엘에게 이르시되 백성이 네게 한 말을 다 들으라 이는 그들이</a:t>
            </a:r>
            <a:br/>
            <a:r>
              <a:t>너를 버림이 아니요 나를 버려 자기들의 왕이 되지 못하게 함이니라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삼상8:7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오늘은 밀 베는 때가 아니냐 내가 여호와께 아뢰리니 여호와께서 우레와 비를</a:t>
            </a:r>
            <a:br/>
            <a:r>
              <a:t>보내사 너희가 왕을 구한 일 곧 여호와의 목전에서 범한 죄악이 큼을 너희에게</a:t>
            </a:r>
            <a:br/>
            <a:r>
              <a:t>밝히 알게 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삼상12:17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백성에게 이르되 두려워하지 말라 너희가 과연 이 모든 악을</a:t>
            </a:r>
            <a:br/>
            <a:r>
              <a:t>행하였으나 여호와를 따르는 데에서 돌아서지 말고 오직 너희의 마음을 다하여</a:t>
            </a:r>
            <a:br/>
            <a:r>
              <a:t>여호와를 섬기라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 여호와의 말씀이니라 내가 어찌 악인이 죽는 것을 조금인들 기뻐하랴 그가</a:t>
            </a:r>
            <a:br/>
            <a:r>
              <a:t>돌이켜 그 길에서 떠나 사는 것을 어찌 기뻐하지 아니하겠느냐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겔18:23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돌아서서 유익하게도 못하며 구원하지도 못하는 헛된 것을 따르지 말라 그들은</a:t>
            </a:r>
            <a:br/>
            <a:r>
              <a:t>헛되니라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마음을 다하여 여호와를 신뢰하고 네 명철을 의지하지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잠3:5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범사에 그를 인정하라 그리하면 네 길을 지도하시리라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잠3:6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여호와께서는 너희를 자기 백성으로 삼으신 것을 기뻐하셨으므로 여호와께서는</a:t>
            </a:r>
            <a:br/>
            <a:r>
              <a:t>그의 크신 이름을 위해서라도 자기 백성을 버리지 아니하실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삼상12:22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너희를 기뻐하시고 너희를 택하심은 너희가 다른 민족보다 수효가</a:t>
            </a:r>
            <a:br/>
            <a:r>
              <a:t>많기 때문이 아니니라 너희는 오히려 모든 민족 중에 가장 적으니라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신7:7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다만 너희를 사랑하심으로 말미암아, 또는 너희의 조상들에게 하신</a:t>
            </a:r>
            <a:br/>
            <a:r>
              <a:t>맹세를 지키려 하심으로 말미암아 자기의 권능의 손으로 너희를 인도하여 내시되</a:t>
            </a:r>
            <a:br/>
            <a:r>
              <a:t>너희를 그 종 되었던 집에서 애굽 왕 바로의 손에서 속량하셨나니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신7:8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아직 죄인 되었을 때에 그리스도께서 우리를 위하여 죽으심으로</a:t>
            </a:r>
            <a:br/>
            <a:r>
              <a:t>하나님께서 우리에 대한 자기의 사랑을 확증하셨느니라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롬5:8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만일 너희가 여전히 악을 행하면 너희와 너희 왕이 다 멸망하리라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삼상12:25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율법이 들어온 것은 범죄를 더하게 하려 함이라 그러나 죄가 더한 곳에 은혜가</a:t>
            </a:r>
            <a:br/>
            <a:r>
              <a:t>더욱 넘쳤나니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롬5:20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혹 네가 하나님의 인자하심이 너를 인도하여 회개하게 하심을 알지 못하여 그의</a:t>
            </a:r>
            <a:br/>
            <a:r>
              <a:t>인자하심과 용납하심과 길이 참으심이 풍성함을 멸시하느냐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롬2:4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사람에게 구원을 주시는 하나님의 은혜가 나타나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딛2:11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우리를 양육하시되 경건하지 않은 것과 이 세상 정욕을 다 버리고 신중함과</a:t>
            </a:r>
            <a:br/>
            <a:r>
              <a:t>의로움과 경건함으로 이 세상에 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딛2:12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나는 너희를 위하여 기도하기를 쉬는 죄를 여호와 앞에 결단코 범하지 아니하고</a:t>
            </a:r>
            <a:br/>
            <a:r>
              <a:t>선하고 의로운 길을 너희에게 가르칠 것인즉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삼상12:23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모든 기도와 간구를 하되 항상 성령 안에서 기도하고 이를 위하여 깨어</a:t>
            </a:r>
            <a:br/>
            <a:r>
              <a:t>구하기를 항상 힘쓰며 여러 성도를 위하여 구하라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엡6:18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너희는 여호와께서 너희를 위하여 행하신 그 큰 일을 생각하여 오직 그를</a:t>
            </a:r>
            <a:br/>
            <a:r>
              <a:t>경외하며 너희의 마음을 다하여 진실히 섬기라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삼상12:24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네 하나님 여호와께서 이 사십 년 동안에 네게 광야 길을 걷게 하신 것을</a:t>
            </a:r>
            <a:br/>
            <a:r>
              <a:t>기억하라 이는 너를 낮추시며 너를 시험하사 네 마음이 어떠한지 그 명령을</a:t>
            </a:r>
            <a:br/>
            <a:r>
              <a:t>지키는지 지키지 않는지 알려 하심이라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신8:2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여호와께서는 너희를 자기 백성으로 삼으신 것을 기뻐하셨으므로 여호와께서는</a:t>
            </a:r>
            <a:br/>
            <a:r>
              <a:t>그의 크신 이름을 위해서라도 자기 백성을 버리지 아니하실 것이요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삼상12:22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(1)오 놀라운 구세주 예수 내 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오 놀라운 구세주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참 능력의 주시로다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바위 및 안전한 그 곳으로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영혼을 숨기시네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메마른 땅을 종일 걸어가도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피곤치 아니하며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위험한 곳 내가 이를 때면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바위에 숨기시고 주 손으로 덮으시네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(2)오 놀라운 구세주 예수 내 주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모든 짐 벗기시네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죄악에서 날 끌어 올리시며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또 나에게 힘 주시네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메마른 땅을 종일 걸어가도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피곤치 아니하며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위험한 곳 내가 이를 때면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바위에 숨기시고 주 손으로 덮으시네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(3)측량 못할 은혜로 채우시며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늘 성령의 감화 주사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기쁨 중 주님을 찬양토록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믿음을 도우시네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메마른 땅을 종일 걸어가도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피곤치 아니하며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위험한 곳 내가 이를 때면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바위에 숨기시고 주 손으로 덮으시네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(4)주 예수님 공중에 임하실 때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일어나 맞이하리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구원의 은총을 노래하리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천군과 천사 함께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메마른 땅을 종일 걸어가도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 피곤치 아니하며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위험한 곳 내가 이를 때면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바위에 숨기시고 주 손으로 덮으시네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말씀하시면 내가 나아가리다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말씀하시면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뜻이 아니면 내가 멈춰서리다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가고 서는것 주님 뜻에 있으니 오 주님 나를 이끄소서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뜻하신 그곳에 나 있기 원합니다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이끄시는 대로 순종하며 살리니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연약한 내 영혼 통하여 일하소서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나라와 그 뜻을 위하여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주님 나를 이끄소서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