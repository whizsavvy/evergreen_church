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누려왔던 모든 것들이 내가 지나 왔던 모든 시간이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은혜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걸어왔던 모든 순간이 당연한 것 아니라 은혜였소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아침 해가 뜨고 저녁의 노을 봄의 꽃향기와 가을의 열매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변하는 계절의 모든 순간이 당연한 것 아니라 은혜였소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 은혜 은혜 한없는 은혜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삶에 당연한 것 하나도 없었던 것을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은혜, 은혜였소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이 땅에 태어나 사는 것 어린아이 시절과 지금까지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숨을 쉬며 살며 꿈을 꾸는 삶 당연한 것 아니라 은혜였소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하나님의 자녀로 살며 오늘 찬양하고 예배하는 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복음을 전할 수 있는 축복이 당연한 것 아니라 은혜였소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 은혜 은혜 한없는 은혜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삶에 당연한 것 하나도 없었던 것을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은혜, 은혜였소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(1)마음속에 근심 있는 사람 주 예수 앞에 다 아뢰어라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마음 속에 근심 있는 사람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슬픈 마음 있을 때에라도 주 예수께 아뢰라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앞에 다 아뢰어라 주 우리의 친구니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무엇이나 근심하지 말고 주 예수께 아뢰라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(2)눈물 나며 깊은 한숨 쉴 때 주 예수 앞에 다 아뢰어라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은밀한 죄 네게 있더라도 주 예수께 아뢰라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앞에 다 아뢰어라 주 우리의 친구니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무엇이나 근심하지 말고 주 예수께 아뢰라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(3)괴로움과 두려움 있을 때 주 예수 앞에 다 아뢰어라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내일 일을 염려하지 말고 주 예수께 아뢰라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앞에 다 아뢰어라 주 우리의 친구니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무엇이나 근심하지 말고 주 예수께 아뢰라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(4)죽음 앞에 겁을 내는 자여 주 예수 앞에 다 아뢰어라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하늘나라 바라보는 자여 주 예수께 아뢰라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앞에 다 아뢰어라 주 우리의 친구니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무엇이나 근심하지 말고 주 예수께 아뢰라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 안에 있는 나에게 딴 근심 있으랴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안에 있는 나에게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 밑에 나아가 내 짐을 풀었네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찬송 하면서 할렐루야 할렐루야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앞길 멀고 험해도 나 주님만 따라 가리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(2)그 두려움이 변하여 내 기도 되었고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전날의 한숨 변하여 내 노래 되었네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찬송 하면서 할렐루야 할렐루야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앞길 멀고 험해도 나 주님만 따라 가리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(3)내 주는 자비 하셔서 늘 함께 계시고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궁핍함을 아시고 늘 채워 주시네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찬송 하면서 할렐루야 할렐루야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앞길 멀고 험해도 나 주님만 따라 가리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(4)내 주와 맺은 언약은 영 불변 하시니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나라 가기까지는 늘 보호 하시네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주님을 찬송 하면서 할렐루야 할렐루야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앞길 멀고 험해도 나 주님만 따라 가리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날 구원했으니 어찌 잠잠하리 기쁨의 찬송 드리리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멈출 수 없네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내 죄사했으니 어찌 잠잠하리 기쁨의 경배 드리리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향한 나의 사랑 멈출 수 없네 멈출 수 없네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기쁨의 춤추리 내 모든 슬픔 바꾸셨네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기쁨의 춤추리 내 모든 삶 주 안에 있네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날 구원했으니 어찌 잠잠하리 기쁨의 찬송 드리리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내 죄사했으니 어찌 잠잠하리 기쁨의 경배 드리리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향한 나의 사랑 멈출 수 없네 멈출 수 없네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기쁨의 춤추리 내 모든 슬픔 바꾸셨네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기쁨의 춤추리 내 모든 삶 주 안에있네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기쁨의 춤추리 나 큰 소리 외치네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기쁨의 춤추리 나 큰 소리 외치리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향한 나의 사랑 멈출 수 없네 멈출 수 없네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향한 나의 열정 멈출 수 없네 멈출 수 없네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기쁨의 춤추리 내 모든 슬픔 바꾸셨네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기쁨의 춤추리 내 모든 삶 주 안에 있네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기쁨의 춤추리 내 모든 슬픔 바꾸셨네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기쁨의 춤추리 내 모든 삶 주 안에 있네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나라가 임할때 하나님 임재 하실때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주의 나라가 임할 때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예배가 회복되고 기적은 일어나네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전능하신 주 영원하신 능력의 통치자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자유가 선포되어 주 백성 돌아오네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 나라 임하소서 영광과 존귀 능력과 위엄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놀라운 사랑의 기적의 하나님 지금 이곳에 오소서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높고 위대하심을 크게 외쳐 선포하네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만왕의 왕 주 하나님 지금 이곳에 오소서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이스라엘 온 족속에게 말하여 이르되 만일 너희가 전심으로 여호와께</a:t>
            </a:r>
            <a:br/>
            <a:r>
              <a:t>돌아오려거든 이방 신들과 아스다롯을 너희 중에서 제거하고 너희 마음을</a:t>
            </a:r>
            <a:br/>
            <a:r>
              <a:t>여호와께로 향하여 그만을 섬기라 그리하면 너희를 블레셋 사람의 손에서</a:t>
            </a:r>
            <a:br/>
            <a:r>
              <a:t>건져내시리라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이에 이스라엘 자손이 바알들과 아스다롯을 제거하고 여호와만 섬기니라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이르되 온 이스라엘은 미스바로 모이라 내가 너희를 위하여 여호와께</a:t>
            </a:r>
            <a:br/>
            <a:r>
              <a:t>기도하리라 하매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미스바에 모여 물을 길어 여호와 앞에 붓고 그 날 종일 금식하고</a:t>
            </a:r>
            <a:br/>
            <a:r>
              <a:t>거기에서 이르되 우리가 여호와께 범죄하였나이다 하니라 사무엘이 미스바에서</a:t>
            </a:r>
            <a:br/>
            <a:r>
              <a:t>이스라엘 자손을 다스리니라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 자손이 미스바에 모였다 함을 블레셋 사람들이 듣고 그들의 방백들이</a:t>
            </a:r>
            <a:br/>
            <a:r>
              <a:t>이스라엘을 치러 올라온지라 이스라엘 자손들이 듣고 블레셋 사람들을 두려워하여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 자손이 사무엘에게 이르되 당신은 우리를 위하여 우리 하나님 여호와께</a:t>
            </a:r>
            <a:br/>
            <a:r>
              <a:t>쉬지 말고 부르짖어 우리를 블레셋 사람들의 손에서 구원하시게 하소서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젖 먹는 어린 양 하나를 가져다가 온전한 번제를 여호와께 드리고</a:t>
            </a:r>
            <a:br/>
            <a:r>
              <a:t>이스라엘을 위하여 여호와께 부르짖으매 여호와께서 응답하셨더라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번제를 드릴 때에 블레셋 사람이 이스라엘과 싸우려고 가까이 오매 그</a:t>
            </a:r>
            <a:br/>
            <a:r>
              <a:t>날에 여호와께서 블레셋 사람에게 큰 우레를 발하여 그들을 어지럽게 하시니</a:t>
            </a:r>
            <a:br/>
            <a:r>
              <a:t>그들이 이스라엘 앞에 패한지라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삼상7:10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 사람들이 미스바에서 나가서 블레셋 사람들을 추격하여 벧갈 아래에</a:t>
            </a:r>
            <a:br/>
            <a:r>
              <a:t>이르기까지 쳤더라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삼상7:11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돌을 취하여 미스바와 센 사이에 세워 이르되 여호와께서 여기까지</a:t>
            </a:r>
            <a:br/>
            <a:r>
              <a:t>우리를 도우셨다 하고 그 이름을 에벤에셀이라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삼상7:12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여기까지, 그리고 다시 시작 (사무엘상 7:3~12)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돌을 취하여 미스바와 센 사이에 세워 이르되 여호와께서 여기까지</a:t>
            </a:r>
            <a:br/>
            <a:r>
              <a:t>우리를 도우셨다 하고 그 이름을 에벤에셀이라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삼상7:12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궤가 기럇여아림에 들어간 날부터 이십 년 동안 오래 있은지라 이스라엘 온</a:t>
            </a:r>
            <a:br/>
            <a:r>
              <a:t>족속이 여호와를 사모하니라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058000"/>
            <a:ext cx="12193200" cy="169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이스라엘 온 족속에게 말하여 이르되 만일 너희가 전심으로 여호와께</a:t>
            </a:r>
            <a:br/>
            <a:r>
              <a:t>돌아오려거든 이방 신들과 아스다롯을 너희 중에서 제거하고 너희 마음을</a:t>
            </a:r>
            <a:br/>
            <a:r>
              <a:t>여호와께로 향하여 그만을 섬기라 그리하면 너희를 블레셋 사람의 손에서</a:t>
            </a:r>
            <a:br/>
            <a:r>
              <a:t>건져내시리라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51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이에 일어나서 아버지께로 돌아가니라 아직도 거리가 먼데 아버지가 그를 보고</a:t>
            </a:r>
            <a:br/>
            <a:r>
              <a:t>측은히 여겨 달려가 목을 안고 입을 맞추니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눅15:20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하나님이여 내 속에 정한 마음을 창조하시고 내 안에 정직한 영을 새롭게</a:t>
            </a:r>
            <a:br/>
            <a:r>
              <a:t>하소서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시51:10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이르되 온 이스라엘은 미스바로 모이라 내가 너희를 위하여 여호와께</a:t>
            </a:r>
            <a:br/>
            <a:r>
              <a:t>기도하리라 하매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미스바에 모여 물을 길어 여호와 앞에 붓고 그 날 종일 금식하고</a:t>
            </a:r>
            <a:br/>
            <a:r>
              <a:t>거기에서 이르되 우리가 여호와께 범죄하였나이다 하니라 사무엘이 미스바에서</a:t>
            </a:r>
            <a:br/>
            <a:r>
              <a:t>이스라엘 자손을 다스리니라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삼상7:6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 자손이 사무엘에게 이르되 당신은 우리를 위하여 우리 하나님 여호와께</a:t>
            </a:r>
            <a:br/>
            <a:r>
              <a:t>쉬지 말고 부르짖어 우리를 블레셋 사람들의 손에서 구원하시게 하소서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젖 먹는 어린 양 하나를 가져다가 온전한 번제를 여호와께 드리고</a:t>
            </a:r>
            <a:br/>
            <a:r>
              <a:t>이스라엘을 위하여 여호와께 부르짖으매 여호와께서 응답하셨더라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삼상7:9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번제를 드릴 때에 블레셋 사람이 이스라엘과 싸우려고 가까이 오매 그</a:t>
            </a:r>
            <a:br/>
            <a:r>
              <a:t>날에 여호와께서 블레셋 사람에게 큰 우레를 발하여 그들을 어지럽게 하시니</a:t>
            </a:r>
            <a:br/>
            <a:r>
              <a:t>그들이 이스라엘 앞에 패한지라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삼상7:10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마음을 다하여 여호와를 신뢰하고 네 명철을 의지하지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잠3:5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범사에 그를 인정하라 그리하면 네 길을 지도하시리라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잠3:6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여자들과 예수의 어머니 마리아와 예수의 아우들과 더불어 마음을 같이하여</a:t>
            </a:r>
            <a:br/>
            <a:r>
              <a:t>오로지 기도에 힘쓰더라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행1:14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이에 베드로는 옥에 갇혔고 교회는 그를 위하여 간절히 하나님께 기도하더라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행12:5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돌을 취하여 미스바와 센 사이에 세워 이르되 여호와께서 여기까지</a:t>
            </a:r>
            <a:br/>
            <a:r>
              <a:t>우리를 도우셨다 하고 그 이름을 에벤에셀이라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삼상7:12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 하나님 여호와께서 이 사십 년 동안에 네게 광야 길을 걷게 하신 것을</a:t>
            </a:r>
            <a:br/>
            <a:r>
              <a:t>기억하라 이는 너를 낮추시며 너를 시험하사 네 마음이 어떠한지 그 명령을</a:t>
            </a:r>
            <a:br/>
            <a:r>
              <a:t>지키는지 지키지 않는지 알려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신8:2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영혼아 여호와를 송축하며 그의 모든 은택을 잊지 말지어다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시103:2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또 다윗이 이르되 여호와께서 나를 사자의 발톱과 곰의 발톱에서 건져내셨은즉</a:t>
            </a:r>
            <a:br/>
            <a:r>
              <a:t>나를 이 블레셋 사람의 손에서도 건져내시리이다 사울이 다윗에게 이르되 가라</a:t>
            </a:r>
            <a:br/>
            <a:r>
              <a:t>여호와께서 너와 함께 계시기를 원하노라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삼상17:37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내가 나 된 것은 하나님의 은혜로 된 것이니 내게 주신 그의 은혜가</a:t>
            </a:r>
            <a:br/>
            <a:r>
              <a:t>헛되지 아니하여 내가 모든 사도보다 더 많이 수고하였으나 내가 한 것이</a:t>
            </a:r>
            <a:br/>
            <a:r>
              <a:t>아니요 오직 나와 함께 하신 하나님의 은혜로라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고전15:10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 안에서 착한 일을 시작하신 이가 그리스도 예수의 날까지 이루실 줄을</a:t>
            </a:r>
            <a:br/>
            <a:r>
              <a:t>우리는 확신하노라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빌1:6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우리의 모든 환난 중에서 우리를 위로하사 우리로 하여금 하나님께 받는</a:t>
            </a:r>
            <a:br/>
            <a:r>
              <a:t>위로로써 모든 환난 중에 있는 자들을 능히 위로하게 하시는 이시로다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고후1:4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(1)지금까지 지내온 것 주의 크신 은혜라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지금까지 지내온 것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한이 없는 주의 사랑 어찌 이루 말하랴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자나 깨나 주의 손이 항상 살펴 주시고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일을 주 안에서 형통하게 하시네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(2)몸도 맘도 연약하나 새 힘 받아 살았네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물 붓듯이 부으시는 주의 은혜 족하다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 없는 거리에나 험한 산길 헤맬 때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손을 굳게 잡고 찬송하며 가리라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(3)주님 다시 뵈올 날이 날로 날로 다가와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무거운 짐 주께 맡겨 벗을 날도 멀잖네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위해 예비 하신 고향집에 돌아가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아버지의 품 안에서 영원토록 살리라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기도 하는 것보다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기도 하는 것보다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응답하실하나님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생각하는 것보다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이루시는 하나님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가운데 역사하신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능력대로 우리들의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간구함을 넘치도록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능히하실 주님께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 찬양과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경배를 돌릴지어다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 찬양과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경배를 돌릴지어다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