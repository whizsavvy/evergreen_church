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겸손하게 우리 무릎 꿇고 지난날의 무지를 돌이킵니다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경외하는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다시 일어나 주 얼굴 구하니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말씀과 기도로 나아갑니다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찬양받기 합당한 나의 하나님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구할 때 주의 성령 부어 주시리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얼굴 구하오니 내 영혼이 주를 갈망합니다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평생에 오직 소망 주 경외하는 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경외함으로 그 앞에 나와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위한 제단 위에 모두 드리네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숨쉬는 순간마다 내 앞에 어려운 일 보네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날마다 숨 쉬는 순간마다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앞에 이 몸을 맡길 때 슬픔 없네 두려움 없네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그 자비로운 손길 항상 좋은 것 주시도다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사랑스레 아픔과 기쁨을 수고와 평화와 안식을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주님 내 곁에 계셔 자비로 날 감싸주시네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앞에 이 몸을 맡길 때 힘주시네 위로함 주네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 나의 품에 안으시사 항상 평안함 주시도다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살아 숨을 쉬는 동안 살피신다 약속하셨네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인생의 어려운 순간마다 주의 약속 생각해 보네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맘속에 믿음 잃지 않고 말씀 속에서 위로를 얻네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도우심 바라보며 모든 어려움 이기도다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흘러가는 순간순간마다 주님 약속 새겨봅니다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높은 산들 흔들리고 대양은 춤을 추네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높은 산들 흔들리고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사람 하나되어 예수 이름 부를 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사람들의 함성소리 거센 함성 듣나요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가난한 자 노래하면 구원의 주 맞이하리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주님 당신의 오시는 거친 바다처럼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흘러 모든 나라에 넘치리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천국의 문을 열어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주의 길을 예비하세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벽을 넘어서 목소리 높여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거리마다 부르는 노래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소망의 노래 기쁨의 노래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공의안에 춤추는 노래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어두움은 물러가네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성도들 찬양할 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찬양이 강 같이 넘쳐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죄악의 줄을 끊게 되네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찬양할때에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주님 당신이 오실 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희년의 나팔을 울리고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청년과 노인이 다 나와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천국의 문을 열어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주의 길 예비하세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모두 벽을 넘어서 목소리 높여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거리마다 부르는 노래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소망의 노래 기쁨의 노래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공의안에 춤추는 노래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벽을 넘어서 목소리 높여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예 주님 예 주님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주님께 예 주님 예 주님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약속하신 말씀 위에서 영원토록 주를 찬송하리라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약속하신 말씀 위에서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소리 높여 주께 영광 돌리며 약속 믿고 굳게 서리라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약속하신 말씀 위에 서 세상 염려 내게 엄습할 때에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말씀으로 힘써 싸워 이기며 약속 믿고 굳게 서리라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약속하신 말씀 위에서 영원하신 주의 사랑 힘입고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성령으로 힘써 싸워 이기며 약속 믿고 굳게 서리라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약속하신 말씀 위에서 성령 인도하는 대로 행하며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품에 항상 안식 얻으며 약속 믿고 굳게 서리라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영원하신 말씀 위에 굳게 서리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굳게 서리 그 말씀 위에 굳게 서리라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하늘과 땅은 없어질지라도 주님의 말씀 영원하네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굳건한 반석 영원하신 분 주님의 이름 찬양하네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좌 앞에 모였네 함께 주를 찬양하며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비전, 거룩 영원히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사랑 그 아들 주셨네 그의 피로 우린 구원받았네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십자가에서 쏟으신 그 사랑 강같이 온 땅에 흘러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각 나라와 족속 백성 방언에서 구원받고 주 경배드리네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어린양께 있도다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구원하심이 보좌에 앉으신 우리 하나님과 어린양께 있도다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천사들 외쳐 거룩 만물이 외쳐 거룩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높으신 이름 거룩 거룩 영원히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백성 외쳐 거룩 왕의 왕 주께 거룩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주는 영원히 거룩 거룩 영원히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높은 이름 가장 크신 이름 홀로 위대하신 이름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통치보다 모든 능력보다 홀로 위대하신 이름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여러 조상이 요셉을 시기하여 애굽에 팔았더니 하나님이 그와 함께 계셔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행7:9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모든 환난에서 건져내사 애굽 왕 바로 앞에서 은총과 지혜를 주시매 바로가</a:t>
            </a:r>
            <a:br/>
            <a:r>
              <a:t>그를 애굽과 자기 온 집의 통치자로 세웠느니라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행7:10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믿음으로 요셉은 임종시에 이스라엘 자손들이 떠날 것을 말하고 또 자기 뼈를</a:t>
            </a:r>
            <a:br/>
            <a:r>
              <a:t>위하여 명하였으며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히11:22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당신이 만난 하나님은 어떤 분이십니까?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요셉과 함께 하시므로 그가 형통한 자가 되어 그의 주인 애굽</a:t>
            </a:r>
            <a:br/>
            <a:r>
              <a:t>사람의 집에 있으니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창39:2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그의 주인이 여호와께서 그와 함께 하심을 보며 또 여호와께서 그의 범사에</a:t>
            </a:r>
            <a:br/>
            <a:r>
              <a:t>형통하게 하심을 보았더라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창39:3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요셉과 함께 하시고 그에게 인자를 더하사 간수장에게 은혜를 받게</a:t>
            </a:r>
            <a:br/>
            <a:r>
              <a:t>하시매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창39:21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간수장은 그의 손에 맡긴 것을 무엇이든지 살펴보지 아니하였으니 이는</a:t>
            </a:r>
            <a:br/>
            <a:r>
              <a:t>여호와께서 요셉과 함께 하심이라 여호와께서 그를 범사에 형통하게 하셨더라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창39:23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말씀하시면 내가 나아가리다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말씀하시면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뜻이 아니면 내가 멈춰서리다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가고 서는것 주님 뜻에 있으니 오 주님 나를 이끄소서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뜻하신 그곳에 나 있기 원합니다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이끄시는 대로 순종하며 살리니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연약한 내 영혼 통하여 일하소서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나라와 그 뜻을 위하여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주님 나를 이끄소서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