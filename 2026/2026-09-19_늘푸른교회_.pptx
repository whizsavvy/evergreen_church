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약할 때 강함 되시네 나의 보배가 되신 주 주 나의 모든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약할 때 강함되시네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 있는 보물을 나는 포기할 수 없네 주 나의 모든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죄 사하셨네 주님의 이름 찬양해 주 나의 모든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쓰러진 나를 세우고  나의 빈 잔을 채우네 주 나의 모든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보좌 앞에 모였네 함께 주를 찬양 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우리 보좌 앞에 모였네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사랑 그 아들 주셨네 그의 피로 우린 구원 받았네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십자가에서 쏟으신 그사랑 강 같이 온 땅에 흘러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각 나라와 족속 백성 방언에서 구원 받고 주 경배드리네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 양께 있도다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 양께 있도다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(1)곤한 내 영혼 편히 쉴 곳과 풍랑 일어도 안전한 포구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곤한 내 영혼 편히 쉴 곳과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폭풍까지도 다스리시는 주의 영원한 팔 의지해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영원하신 팔 함께 하사 항상 나를 붙드시니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곳에 가든지 요동하지 않음은 주의 팔을 의지 함이라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(2)세상 친구들 나를 버려도 예수 늘 함께 동행함으로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은혜가 충만 하리니 주의 영원한 팔 의지해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영원하신 팔 함께 하사 항상 나를 붙드시니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곳에 가든지 요동하지 않음은 주의 팔을 의지 함이라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(3)나의 믿음이 연약해져도 미리 예비한 힘을 주시며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위태할 때도 안보 하시는 주의 영원한 팔 의지해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영원하신 팔 함께 하사 항상 나를 붙드시니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곳에 가든지 요동하지 않음은 주의 팔을 의지 함이라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(4)능치 못한 것 주께 없으니 나의 일생을 주께 맡기면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모든 짐 대신 지시는 주의 영원한 팔 의지해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영원하신 팔 함께 하사 항상 나를 붙드시니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곳에 가든지 요동하지 않음은 주의 팔을 의지 함이라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(1)나의 죄를 씻기는 예수의 피 밖에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죄를 씻기는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다시 정케 하기도 예수의 피 밖에 없네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(2)나를 정케 하기는 예수의 피 밖에 없네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사죄하는 증거도 예수의 피 밖에 없네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(3)나의 죄 속하기는 예수의 피 밖에 없네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공로 없으니 예수의 피 밖에 없네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(4)평안함과 소망은 예수의 피 밖에 없네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의는 이것뿐 예수의 피 밖에 없네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(5)영원토록 내 할 말 예수의 피 밖에 없네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찬미 제목은 예수의 피 밖에 없네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(1)태산을 넘어 험곡에 가도 빛 가운데로 걸어가면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태산을 넘어 험곡에 가도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항상 지키시기로 약속한 말씀 변치않네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 나의 맘속에 차고도 넘쳐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 영원히 주를 찬양하리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(2)캄캄한 밤에 다닐지라도 주께서 나의 길 되시고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나에게 밝은 빛이 되시니 길 잃어버릴 염려 없네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 나의 맘속에 차고도 넘쳐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 영원히 주를 찬양하리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(3)광명한 그 빛 마음에 받아 찬란한 천국 바라보고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 날마다 빛에 걸어가리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 나의 맘속에 차고도 넘쳐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 영원히 주를 찬양하리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성읍으로 올라가서 그리로 들어갈 때에 사무엘이 마침 산당으로</a:t>
            </a:r>
            <a:br/>
            <a:r>
              <a:t>올라가려고 마주 나오더라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오기 전날에 여호와께서 사무엘에게 알게 하여 이르시되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내일 이맘 때에 내가 베냐민 땅에서 한 사람을 네게로 보내리니 너는 그에게</a:t>
            </a:r>
            <a:br/>
            <a:r>
              <a:t>기름을 부어 내 백성 이스라엘의 지도자로 삼으라 그가 내 백성을 블레셋</a:t>
            </a:r>
            <a:br/>
            <a:r>
              <a:t>사람들의 손에서 구원하리라 내 백성의 부르짖음이 내게 상달되었으므로 내가</a:t>
            </a:r>
            <a:br/>
            <a:r>
              <a:t>그들을 돌보았노라 하셨더니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사울을 볼 때에 여호와께서 그에게 이르시되 보라 이는 내가 네게</a:t>
            </a:r>
            <a:br/>
            <a:r>
              <a:t>말한 사람이니 이가 내 백성을 다스리리라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뜻밖의 길에서 (사무엘상 9:14~17)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에브라임 산지와 살리사 땅으로 두루 다녀 보았으나 찾지 못하고 사알림</a:t>
            </a:r>
            <a:br/>
            <a:r>
              <a:t>땅으로 두루 다녀 보았으나 그 곳에는 없었고 베냐민 사람의 땅으로 두루 다녀</a:t>
            </a:r>
            <a:br/>
            <a:r>
              <a:t>보았으나 찾지 못하니라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숩 땅에 이른 때에 사울이 함께 가던 사환에게 이르되 돌아가자 내</a:t>
            </a:r>
            <a:br/>
            <a:r>
              <a:t>아버지께서 암나귀 생각은 고사하고 우리를 위하여 걱정하실까 두려워하노라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성읍으로 올라가서 그리로 들어갈 때에 사무엘이 마침 산당으로</a:t>
            </a:r>
            <a:br/>
            <a:r>
              <a:t>올라가려고 마주 나오더라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내일 이맘 때에 내가 베냐민 땅에서 한 사람을 네게로 보내리니 너는 그에게</a:t>
            </a:r>
            <a:br/>
            <a:r>
              <a:t>기름을 부어 내 백성 이스라엘의 지도자로 삼으라 그가 내 백성을 블레셋</a:t>
            </a:r>
            <a:br/>
            <a:r>
              <a:t>사람들의 손에서 구원하리라 내 백성의 부르짖음이 내게 상달되었으므로 내가</a:t>
            </a:r>
            <a:br/>
            <a:r>
              <a:t>그들을 돌보았노라 하셨더니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가는 길을 그가 아시나니 그가 나를 단련하신 후에는 내가 순금</a:t>
            </a:r>
            <a:br/>
            <a:r>
              <a:t>같이 되어 나오리라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욥23:10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알거니와 하나님을 사랑하는 자 곧 그의 뜻대로 부르심을 입은</a:t>
            </a:r>
            <a:br/>
            <a:r>
              <a:t>자들에게는 모든 것이 합력하여 선을 이루느니라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롬8:28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오기 전날에 여호와께서 사무엘에게 알게 하여 이르시되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사자를 네 앞서 보내어 길에서 너를 보호하여 너를 내가 예비한 곳에</a:t>
            </a:r>
            <a:br/>
            <a:r>
              <a:t>이르게 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출23:20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형질이 이루어지기 전에 주의 눈이 보셨으며 나를 위하여 정한 날이 하루도</a:t>
            </a:r>
            <a:br/>
            <a:r>
              <a:t>되기 전에 주의 책에 다 기록이 되었나이다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시139:16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사울을 볼 때에 여호와께서 그에게 이르시되 보라 이는 내가 네게</a:t>
            </a:r>
            <a:br/>
            <a:r>
              <a:t>말한 사람이니 이가 내 백성을 다스리리라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사흘 전에 잃은 네 암나귀들을 염려하지 말라 찾았느니라 온 이스라엘이</a:t>
            </a:r>
            <a:br/>
            <a:r>
              <a:t>사모하는 자가 누구냐 너와 네 아버지의 온 집이 아니냐 하는지라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삼상9:20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내일 이맘 때에 내가 베냐민 땅에서 한 사람을 네게로 보내리니 너는 그에게</a:t>
            </a:r>
            <a:br/>
            <a:r>
              <a:t>기름을 부어 내 백성 이스라엘의 지도자로 삼으라 그가 내 백성을 블레셋</a:t>
            </a:r>
            <a:br/>
            <a:r>
              <a:t>사람들의 손에서 구원하리라 내 백성의 부르짖음이 내게 상달되었으므로 내가</a:t>
            </a:r>
            <a:br/>
            <a:r>
              <a:t>그들을 돌보았노라 하셨더니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삼상9:16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인자가 온 것은 잃어버린 자를 찾아 구원하려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눅19:10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이르시되 내가 곧 길이요 진리요 생명이니 나로 말미암지 않고는</a:t>
            </a:r>
            <a:br/>
            <a:r>
              <a:t>아버지께로 올 자가 없느니라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요14:6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누려왔던 모든 것들이 내가 지나 왔던 모든 시간이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은혜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걸어왔던 모든 순간이 당연한 것 아니라 은혜였소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아침 해가 뜨고 저녁의 노을 봄의 꽃향기와 가을의 열매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변하는 계절의 모든 순간이 당연한 것 아니라 은혜였소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 은혜 은혜 한없는 은혜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삶에 당연한 것 하나도 없었던 것을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은혜, 은혜였소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이 땅에 태어나 사는 것 어린아이 시절과 지금까지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숨을 쉬며 살며 꿈을 꾸는 삶 당연한 것 아니라 은혜였소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하나님의 자녀로 살며 오늘 찬양하고 예배하는 삶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복음을 전할 수 있는 축복이 당연한 것 아니라 은혜였소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 은혜 은혜 한없는 은혜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삶에 당연한 것 하나도 없었던 것을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은혜, 은혜였소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영광 나타나셨네 권능으로 임하셨네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영광 나타나셨네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죽음에서 날 살리신 주 성령 놀라우신 주 하나님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주의 나라가 눈 먼 자는 눈을 뜨며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임하소서 저는 자는 걷게 되리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선포하리 만왕의 왕 예수 주의 나라 임하시네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