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모두 예배하는 자 되어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입례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온전히 영과 진리로 주를 예배하자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주가 우리와 함께 영원히 함께 하시고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마르지 않는 샘물로 우릴 채우시리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모두 예배하는 자 되어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온전히 영과 진리로 주를 예배하자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주가 우리와 함께 영원히 함께 하시고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마르지 않는 샘물로 우릴 채우시리라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(1)나 같은 죄인 살리신 주 은혜 놀라워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 같은 죄인 살리신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잃었던 생명 찾았고 광명을 얻었네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(2)큰 죄악에서 건지신 주 은혜 고마워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처음 믿은 그 시간 귀하고 귀하다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(3)이제껏 내가 산 것도 주님의 은혜라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나를 장차 본향에 인도해 주시리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(4)거기서 우리 영원히 주님의 은혜로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해처럼 밝게 살면서 주 찬양 하리라 아멘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(1)슬픈 마음 있는 사람 예수 이름 믿으면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슬픈 마음 있는 사람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영원토록 변함없는 기쁜 마음 얻으리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세상의 소망이요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천국의 기쁨일세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(2)거룩하신 주의 이름 너의 방패 삼으라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환난 시험 당할 때에 주께 기도 드려라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세상의 소망이요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천국의 기쁨일세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(3)존귀하신 주의 이름 우리 기쁨 되도다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품에 안길 때에 기뻐 찬송 부르리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세상의 소망이요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천국의 기쁨일세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(4)우리 갈 길 다 간 후에 보좌 앞에 나아가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왕의 왕께 경배하며 면류관을 드리리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세상의 소망이요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천국의 기쁨일세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하늘과 땅은 없어질지라도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주의 약속하신 말씀 위에서(B)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말씀 영원하네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굳건한 반석 영원하신 분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이름 찬양하네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빈 들에 마른 풀같이 시들은 나의 영혼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빈 들에 마른 풀같이 / 성령님 오셔서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허락한 성령 간절히 기다리네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반가운 빗소리 들려 산천이 춤을 추네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봄비로 내리는 성령 내게도 주옵소서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가물어 메마른 땅에 단비를 내리시듯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단비를 부어 새 생명 주옵소서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철 따라 우로를 내려 초목이 무성하니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갈급한 내 심령 위에 성령을 부으소서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참되신 사랑의 언약 어길 수 있사오랴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오늘에 흡족한 은혜 주실 줄 믿습니다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가물어 메마른 땅에 단비를 내리시듯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단비를 부어 새 생명 주옵소서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가물어 메마른 땅에 단비를 내리시듯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단비를 부어 새 생명 주옵소서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성령님 오셔서 성령님 오셔서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성령님 오셔서 내 영혼 채워주소서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성령님 오셔서 성령님 오셔서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성령님 오셔서 내 영혼 채워주소서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하나님의 나라는 먹는 것과 마시는 것이 아니요 오직 성령 안에 있는 의와</a:t>
            </a:r>
            <a:br/>
            <a:r>
              <a:t>평강과 희락이라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이로써 그리스도를 섬기는 자는 하나님을 기쁘시게 하며 사람에게도 칭찬을</a:t>
            </a:r>
            <a:br/>
            <a:r>
              <a:t>받느니라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우리가 화평의 일과 서로 덕을 세우는 일을 힘쓰나니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음식으로 말미암아 하나님의 사업을 무너지게 하지 말라 만물이 다 깨끗하되</a:t>
            </a:r>
            <a:br/>
            <a:r>
              <a:t>거리낌으로 먹는 사람에게는 악한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롬14:20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고기도 먹지 아니하고 포도주도 마시지 아니하고 무엇이든지 네 형제로 거리끼게</a:t>
            </a:r>
            <a:br/>
            <a:r>
              <a:t>하는 일을 아니함이 아름다우니라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롬14:21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네게 있는 믿음을 하나님 앞에서 스스로 가지고 있으라 자기가 옳다 하는 바로</a:t>
            </a:r>
            <a:br/>
            <a:r>
              <a:t>자기를 정죄하지 아니하는 자는 복이 있도다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롬14:22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의심하고 먹는 자는 정죄되었나니 이는 믿음을 따라 하지 아니하였기 때문이라</a:t>
            </a:r>
            <a:br/>
            <a:r>
              <a:t>믿음을 따라 하지 아니하는 것은 다 죄니라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롬14:23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하나님의 나라는 (로마서 14:17~23)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아굴라라 하는 본도에서 난 유대인 한 사람을 만나니 글라우디오가 모든</a:t>
            </a:r>
            <a:br/>
            <a:r>
              <a:t>유대인을 명하여 로마에서 떠나라 한 고로 그가 그 아내 브리스길라와 함께</a:t>
            </a:r>
            <a:br/>
            <a:r>
              <a:t>이달리야로부터 새로 온지라 바울이 그들에게 가매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행18:2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어떤 사람은 모든 것을 먹을 만한 믿음이 있고 믿음이 연약한 자는 채소만</a:t>
            </a:r>
            <a:br/>
            <a:r>
              <a:t>먹느니라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어떤 사람은 이 날을 저 날보다 낫게 여기고 어떤 사람은 모든 날을 같게</a:t>
            </a:r>
            <a:br/>
            <a:r>
              <a:t>여기나니 각각 자기 마음으로 확정할지니라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하나님의 나라는 먹는 것과 마시는 것이 아니요 오직 성령 안에 있는 의와</a:t>
            </a:r>
            <a:br/>
            <a:r>
              <a:t>평강과 희락이라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롬14:17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이로써 그리스도를 섬기는 자는 하나님을 기쁘시게 하며 사람에게도 칭찬을</a:t>
            </a:r>
            <a:br/>
            <a:r>
              <a:t>받느니라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롬14:18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우리가 화평의 일과 서로 덕을 세우는 일을 힘쓰나니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롬14:19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이것을 말하거니와 너희가 각각 이르되 나는 바울에게, 나는 아볼로에게,</a:t>
            </a:r>
            <a:br/>
            <a:r>
              <a:t>나는 게바에게, 나는 그리스도에게 속한 자라 한다는 것이니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고전1:12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음식으로 말미암아 하나님의 사업을 무너지게 하지 말라 만물이 다 깨끗하되</a:t>
            </a:r>
            <a:br/>
            <a:r>
              <a:t>거리낌으로 먹는 사람에게는 악한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롬14:20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무릇 더러운 말은 너희 입 밖에도 내지 말고 오직 덕을 세우는 데 소용되는</a:t>
            </a:r>
            <a:br/>
            <a:r>
              <a:t>대로 선한 말을 하여 듣는 자들에게 은혜를 끼치게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엡4:29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의심하고 먹는 자는 정죄되었나니 이는 믿음을 따라 하지 아니하였기 때문이라</a:t>
            </a:r>
            <a:br/>
            <a:r>
              <a:t>믿음을 따라 하지 아니하는 것은 다 죄니라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롬14:23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교회는 그의 몸이니 만물 안에서 만물을 충만하게 하시는 이의 충만함이니라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엡1:23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유대인에게나 헬라인에게나 하나님의 교회에나 거치는 자가 되지 말고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고전10:32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나와 같이 모든 일에 모든 사람을 기쁘게 하여 자신의 유익을 구하지 아니하고</a:t>
            </a:r>
            <a:br/>
            <a:r>
              <a:t>많은 사람의 유익을 구하여 그들로 구원을 받게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고전10:33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주와 또는 선생이 되어 너희 발을 씻었으니 너희도 서로 발을 씻어 주는</a:t>
            </a:r>
            <a:br/>
            <a:r>
              <a:t>것이 옳으니라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요13:14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너희에게 행한 것 같이 너희도 행하게 하려 하여 본을 보였노라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요13:15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너희가 이것을 알고 행하면 복이 있으리라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요13:17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영혼이 주가 주신 꺼지지 않는 빛이 있네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빛을 들고 세상으로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주님께 우릴 드릴때 그 빛을 밝혀 주시리라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일어나 소망이 없는 어둔 세상에 나아가라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내빛 비춰라 모두 알도록 빛을 들고 세상으로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빛을 들고 세상으로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절망에 빠진 형제의 맘에 꺼져만 가는 빛을 보네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주님을 떠나 방황하는 자매도 그 빛의 생명 이뤄가네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일어나 어둠 속에서 고통받는자 일으키라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내빛 비춰라 모두 알도록 빛을 들고 세상으로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빛을 들고 세상으로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맘속에 밝게 빛나는 주를 향한 사랑 빛이 있네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그빛 모아 주께 기도드릴 때에 능력과 힘이 진실하게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일어나 연약한 자를 그늘에 아픔 감싸주라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내빛 비춰라 모두 알도록 빛을 들고 세상으로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일어나 소망이 없는 어둔 세상에 나아가라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내빛 비춰라 모두 알도록 빛을 들고 세상으로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빛을 들고 세상으로 빛을 비춰라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