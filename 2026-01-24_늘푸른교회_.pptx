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(1)빈 들에 마른 풀같이 시들은 나의 영혼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빈 들에 마른 풀같이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주님이 약속한 성령 간절히 기다리네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(2)반가운 빗소리 들려 산천이 춤을 추네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봄비로 내리는 성령 내게도 주옵소서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(3)철 따라 우로를 내려 초목이 무성하니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갈급한 내 심령 위에 성령을 부으소서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(4)참 되신 사랑의 언약 어길 수 있사오랴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오늘에 흡족한 은혜주실 줄 믿습니다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 아멘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흔들리고 사람들은 변하여도 나는 주를 섬기리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세상 흔들리고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사랑은 영원히 변하지않네 나는 주를 신뢰해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믿음으로 믿음으로 내가 살리라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믿음으로 믿음으로 내가 살리라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의인은 믿음으로 말미암아 살리라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의인은 믿음으로 말미암아 살리라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믿음 흔들리고 사람들 주를 떠나도 나는 주를 섬기리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나라는 영원히 쇠하지 않네 나는 주를 신뢰해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믿음으로 믿음으로 내가 살리라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믿음으로 믿음으로 내가 살리라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의인은 믿음으로 말미암아 살리라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의인은 믿음으로 말미암아 살리라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마음 다해 주 이름 찬양해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마음 다해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사랑 깊어 말로 다 못하네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앞서 가며 길을 만드시네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내 갈망 영원히 주찬양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맘에 힘이 되신 주 영원한 빛이 되신 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호흡이 주의 행하심 찬양해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위대한 통치자 내 모든 것 주께 순복해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삶을 주의 불로 채우소서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마음 다해 주 이름 찬양해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사랑 깊어 말로 다 못하네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앞서 가며 길을 만드시네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내 갈망 영원히 주 찬양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맘에 힘이 되신 주 영원한 빛이 되신 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호흡이 주의 행하심 찬양해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위대한 통치자 내 모든 것 주께 순복해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삶을 주의 불로 채우소서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찬양합니다 그 은혜 감사해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(1)옳은 길 따르라 의의 길을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옳은 길 따르라 의의 길을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세계 만민의 참된 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길 따라서 살기를 온 세계에 전하세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만백성이 나갈 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 예수 따르라 승리의 주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세계 만민이 나아갈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길과 진리요 참 생명 네 창 검을 부수고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 따르라 화평 왕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(3)놀라운 이 소식 알리어라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세계 만민을 구하려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예수를 보내신 참 사랑의 하나님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만백성이 따를 길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(4)고난 길 헤치고 찾아온 길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많은 백성을 구한 길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나와서 믿으면 온 세상이 마침내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진리에 살겠네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(1)주여 지난 밤 내 꿈에 뵈었으니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주여 지난 밤 내 꿈에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꿈 이루어 주옵소서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밤과 아침에 계시로 보여주사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항상 은혜를 주옵소서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놀라운 꿈 정녕 나 믿기는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장차 큰 은혜 받을 표니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놀라운 꿈 정녕 이루어져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얼굴을 뵈오리라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(2)마음 괴롭고 아파서 낙심될 때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소망을 주셨으며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영광의 주님을 바라보니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앞길 환하게 보이도다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놀라운 꿈 정녕 나 믿기는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장차 큰 은혜 받을 표니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놀라운 꿈 정녕 이루어져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얼굴을 뵈오리라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(3)세상 풍조는 나날이 변하여도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내 믿음 지키리니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인생 살다가 죽음이 꿈같으나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내 꿈은 참되리라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놀라운 꿈 정녕 나 믿기는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장차 큰 은혜 받을 표니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놀라운 꿈 정녕 이루어져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얼굴을 뵈오리라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</a:t>
            </a:r>
            <a:br/>
            <a:r>
              <a:t>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예수 나의 산  소망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밤중에 하늘을 향해</a:t>
            </a:r>
            <a:br/>
            <a:r>
              <a:t>주의 이름 나 부를 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</a:t>
            </a:r>
            <a:br/>
            <a:r>
              <a:t>나의 절망 거두셨네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알아</a:t>
            </a:r>
            <a:br/>
            <a:r>
              <a:t>한없는 은혜 측량할까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</a:t>
            </a:r>
            <a:br/>
            <a:r>
              <a:t>죄를 지신 구주 예수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</a:t>
            </a:r>
            <a:br/>
            <a:r>
              <a:t>영원히 난 용납됐네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  <a:br/>
            <a:r>
              <a:t>그리스도 나의 산 소망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</a:t>
            </a:r>
            <a:br/>
            <a:r>
              <a:t>할렐루야 자유케 하셨도다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(할렐루야)</a:t>
            </a:r>
            <a:br/>
            <a:r>
              <a:t>주를 찬양하여라 (주를 찬양하여라)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 주님께)</a:t>
            </a:r>
            <a:br/>
            <a:r>
              <a:t>나의 산 소망 (찬양)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워--- 찬양하여라(나의 소망)</a:t>
            </a:r>
            <a:br/>
            <a:r>
              <a:t>워--- 자유주셨네(자유케하셨도다)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 - -- (워----)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</a:t>
            </a:r>
            <a:br/>
            <a:r>
              <a:t>부활의 호흡 시작됐네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</a:t>
            </a:r>
            <a:br/>
            <a:r>
              <a:t>사망이 무너졌도다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사망의 무덤이 더는 우리를 주장할 수 없네</a:t>
            </a:r>
            <a:br/>
            <a:r>
              <a:t>유다의 사자 위엄찬 포효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사망이 무너졌도다 사망이 무너졌도다</a:t>
            </a:r>
            <a:br/>
            <a:r>
              <a:t>(주 예수) 주 예수 승리하셨네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주를 찬양하여라</a:t>
            </a:r>
            <a:br/>
            <a:r>
              <a:t>(찬양하여라) 할렐루야 자유케 하셨도다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(할렐루야)</a:t>
            </a:r>
            <a:br/>
            <a:r>
              <a:t>주를 찬양하여라(찬양하여라)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 (구원있도다)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할렐루야 주를 찬양하여라 (찬양하여라)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(할렐루야) 할렐루야 (할렐루야)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찬양하여라 (찬양하여라)</a:t>
            </a:r>
            <a:br/>
            <a:r>
              <a:t>할렐루야 자유케 하셨도다 죄의 저주 끊으신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(구원있도다)</a:t>
            </a:r>
            <a:br/>
            <a:r>
              <a:t>주 예수 나의 산 소망 그리스도 나의 산 소망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(주님은) 주님은 나의 산 소망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대답하여 이르시되 진실로 진실로 네게 이르노니 사람이 거듭나지</a:t>
            </a:r>
            <a:br/>
            <a:r>
              <a:t>아니하면 하나님의 나라를 볼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니고데모가 이르되 사람이 늙으면 어떻게 날 수 있사옵나이까 두 번째 모태에</a:t>
            </a:r>
            <a:br/>
            <a:r>
              <a:t>들어갔다가 날 수 있사옵나이까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대답하시되 진실로 진실로 네게 이르노니 사람이 물과 성령으로 나지</a:t>
            </a:r>
            <a:br/>
            <a:r>
              <a:t>아니하면 하나님의 나라에 들어갈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육으로 난 것은 육이요 영으로 난 것은 영이니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네게 거듭나야 하겠다 하는 말을 놀랍게 여기지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복음은 나를 다시 태어나게 한다 (요한복음 3:3~7)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대답하여 이르시되 진실로 진실로 네게 이르노니 사람이 거듭나지</a:t>
            </a:r>
            <a:br/>
            <a:r>
              <a:t>아니하면 하나님의 나라를 볼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그런데 바리새인 중에 니고데모라 하는 사람이 있으니 유대인의 지도자라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밤에 예수께 와서 이르되 랍비여 우리가 당신은 하나님께로부터 오신</a:t>
            </a:r>
            <a:br/>
            <a:r>
              <a:t>선생인 줄 아나이다 하나님이 함께 하시지 아니하시면 당신이 행하시는 이</a:t>
            </a:r>
            <a:br/>
            <a:r>
              <a:t>표적을 아무도 할 수 없음이니이다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요3:2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대답하시되 진실로 진실로 네게 이르노니 사람이 물과 성령으로 나지</a:t>
            </a:r>
            <a:br/>
            <a:r>
              <a:t>아니하면 하나님의 나라에 들어갈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육으로 난 것은 육이요 영으로 난 것은 영이니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요3:6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누구든지 그리스도 안에 있으면 새로운 피조물이라 이전 것은 지나갔으니</a:t>
            </a:r>
            <a:br/>
            <a:r>
              <a:t>보라 새 것이 되었도다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고후5:17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니고데모가 이르되 사람이 늙으면 어떻게 날 수 있사옵나이까 두 번째 모태에</a:t>
            </a:r>
            <a:br/>
            <a:r>
              <a:t>들어갔다가 날 수 있사옵나이까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요3:4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바람이 임의로 불매 네가 그 소리는 들어도 어디서 와서 어디로 가는지 알지</a:t>
            </a:r>
            <a:br/>
            <a:r>
              <a:t>못하나니 성령으로 난 사람도 다 그러하니라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광야에서 뱀을 든 것 같이 인자도 들려야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요3:14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그를 믿는 자마다 영생을 얻게 하려 하심이니라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요3:15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우리가 우리 죄를 자백하면 그는 미쁘시고 의로우사 우리 죄를 사하시며</a:t>
            </a:r>
            <a:br/>
            <a:r>
              <a:t>우리를 모든 불의에서 깨끗하게 하실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요일1:9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모든 것을 해로 여김은 내 주 그리스도 예수를 아는 지식이 가장</a:t>
            </a:r>
            <a:br/>
            <a:r>
              <a:t>고상하기 때문이라 내가 그를 위하여 모든 것을 잃어버리고 배설물로 여김은</a:t>
            </a:r>
            <a:br/>
            <a:r>
              <a:t>그리스도를 얻고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빌3:8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갓난 아기들 같이 순전하고 신령한 젖을 사모하라 이는 그로 말미암아 너희로</a:t>
            </a:r>
            <a:br/>
            <a:r>
              <a:t>구원에 이르도록 자라게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벧전2:2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네게 거듭나야 하겠다 하는 말을 놀랍게 여기지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요3:7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 일을 행하시리니 이제 곧 나타내리라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보라 새 일을 행하시리니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광야의 물 솟아 나리라 사막에 꽃 피어나리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일들을 너희는 기억지말며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옛적 일들을 생각지도말라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광야의 물 솟아 나리라 사막에 꽃 피어나리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일들을 너희는 기억지말며 옛적 일들을 생각지도말라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찬송 부르게되리 주의 찬송 부르게되리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찬송 부르게되리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