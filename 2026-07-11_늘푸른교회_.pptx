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보좌 앞에 모였네 함께 주를 찬양 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우리 보좌 앞에 모였네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사랑 그 아들 주셨네 그의 피로 우린 구원 받았네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십자가에서 쏟으신 그사랑 강 같이 온 땅에 흘러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각 나라와 족속 백성 방언에서 구원 받고 주 경배드리네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구원하심이 보좌에 앉으신 우리 하나님과 어린 양께 있도다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구원하심이 보좌에 앉으신 우리 하나님과 어린 양께 있도다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피난처 되시는 주 예수 영원한 승리의 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피난처 되시는 주 예수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얼굴을 구할 때 주의 빛 비추시네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전쟁은 주님께 속했네 승리는 우리의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이름을 높이며 영원히 찬양하리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임재에 온 땅 흔들리고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기도에 하늘 문 여시네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민족과 열방 주께 경배해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 영원히 보좌에 계신 왕께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(1)죄에서 자유를 얻게 함은 보혈의 능력 주의 보혈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죄에서 자유를 얻게 함은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시험을 이기고 승리하니 참 놀라운 능력이로다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(2)육체의 정욕을 이길 힘은 보혈의 능력 주의 보혈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정결한 마음을 얻게 하니 참 놀라운 능력이로다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(3)눈보다 더 희게 맑히는 것 보혈의 능력 주의 보혈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부정한 모든 것 맑히시니 참 놀라운 능력이로다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(4)구주의 복음을 전할 제목 보혈의 능력 주의 보혈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나에게 찬송주니 참 놀라운 능력이로다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열방의 소망 예수 우리의 위로자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열방의 소망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온 땅의 영원한 소망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어둠 속의 빛 예수 변함없는 진리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온 땅에 빛이 되시네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위에 죽으시고 다시 사신 생명의 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주님만이 소망이요 변함없는 반석이라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주님만이 온 세상을 비추시네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죽음에서 부활하신 우리 구주 평강의 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믿는 모든 자의 소망되신 주를 믿네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나라 온 땅 흔드네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하나님의 나라 온 땅 흔드네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다시 오실 왕의 영광 모두 보리라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거룩한 군대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관 영원한 찬양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 존귀 힘과 능력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주님께 나의 삶을 드리리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소리 높여 주를 찬양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왕 예수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사망의 골짜기 비록 걷는다 해도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우리 사랑 더욱 뜨겁네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약속 영원한 소망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보좌 앞 승리의 함성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 존귀 힘과 능력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주님께 나의 삶을 드리리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소리 높여 주를 찬양 우리의 왕 예수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부르심에는 후회하심이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하나님의 부르심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이 자리에 선 것도 주의 부르심이라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부르심에는 결코 실수가 없네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부르신 하나님의 신실하심을 믿네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작은 나를 부르신 뜻을 나는 알 수 없지만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감사와 순종으로 주의 길을 가리라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때론 내가 연약해져도 주님 날 도우시니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놀라운 그 계획을 나는 믿으며 살리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부르신 뜻 내 생각보다 크고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계획 나의 지혜로 측량 못하나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좋은 길로 가장 완전한 길로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오늘도 날 이끄심 믿네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부르신 뜻 내 생각보다 크고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계획 나의 지혜로 측량못하나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좋은 길로 가장 완전한 길로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오늘도 날 이끄심 믿네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신실하신 주를 찬양해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다시 오실때까지 나는 이 길을 가리라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다시 오실 때 까지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좁은문 좁은길 나의 십자가 지고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가는 이 길 끝에서 나는 주님을 보리라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내 주님 나를 맞아 주시리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다시 오실때까지 나는 일어나 달려 가리라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 온땅 덮을때 나는 일어나 노래하리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사모하는 주님 온세상 구주시라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사모하는 주님 영광의 왕이시라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내가 너희에게 이르노니 목숨을 위하여 무엇을 먹을까 무엇을 마실까</a:t>
            </a:r>
            <a:br/>
            <a:r>
              <a:t>몸을 위하여 무엇을 입을까 염려하지 말라 목숨이 음식보다 중하지 아니하며</a:t>
            </a:r>
            <a:br/>
            <a:r>
              <a:t>몸이 의복보다 중하지 아니하냐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공중의 새를 보라 심지도 않고 거두지도 않고 창고에 모아들이지도 아니하되</a:t>
            </a:r>
            <a:br/>
            <a:r>
              <a:t>너희 하늘 아버지께서 기르시나니 너희는 이것들보다 귀하지 아니하냐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 중에 누가 염려함으로 그 키를 한 자라도 더할 수 있겠느냐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너희가 어찌 의복을 위하여 염려하느냐 들의 백합화가 어떻게 자라는가</a:t>
            </a:r>
            <a:br/>
            <a:r>
              <a:t>생각하여 보라 수고도 아니하고 길쌈도 아니하느니라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너희에게 말하노니 솔로몬의 모든 영광으로도 입은 것이 이 꽃</a:t>
            </a:r>
            <a:br/>
            <a:r>
              <a:t>하나만 같지 못하였느니라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마6:29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오늘 있다가 내일 아궁이에 던져지는 들풀도 하나님이 이렇게 입히시거든 하물며</a:t>
            </a:r>
            <a:br/>
            <a:r>
              <a:t>너희일까보냐 믿음이 작은 자들아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마6:30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염려하여 이르기를 무엇을 먹을까 무엇을 마실까 무엇을 입을까 하지</a:t>
            </a:r>
            <a:br/>
            <a:r>
              <a:t>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마6:31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다 이방인들이 구하는 것이라 너희 하늘 아버지께서 이 모든 것이</a:t>
            </a:r>
            <a:br/>
            <a:r>
              <a:t>너희에게 있어야 할 줄을 아시느니라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마6:32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너희는 먼저 그의 나라와 그의 의를 구하라 그리하면 이 모든 것을</a:t>
            </a:r>
            <a:br/>
            <a:r>
              <a:t>너희에게 더하시리라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마6:33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먼저 그 나라와 의를 구하는 사람 (마태복음 6:25~33)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아브람에게 이르시되 너는 너의 고향과 친척과 아버지의 집을 떠나</a:t>
            </a:r>
            <a:br/>
            <a:r>
              <a:t>내가 네게 보여 줄 땅으로 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창12:1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이에 하나님이 그에게 이르시되 네가 이것을 구하도다 자기를 위하여 장수하기를</a:t>
            </a:r>
            <a:br/>
            <a:r>
              <a:t>구하지 아니하며 부도 구하지 아니하며 자기 원수의 생명을 멸하기도 구하지</a:t>
            </a:r>
            <a:br/>
            <a:r>
              <a:t>아니하고 오직 송사를 듣고 분별하는 지혜를 구하였으니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왕상3:11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나의 하나님이 그리스도 예수 안에서 영광 가운데 그 풍성한 대로 너희 모든</a:t>
            </a:r>
            <a:br/>
            <a:r>
              <a:t>쓸 것을 채우시리라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빌4:19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내가 너희에게 이르노니 목숨을 위하여 무엇을 먹을까 무엇을 마실까</a:t>
            </a:r>
            <a:br/>
            <a:r>
              <a:t>몸을 위하여 무엇을 입을까 염려하지 말라 목숨이 음식보다 중하지 아니하며</a:t>
            </a:r>
            <a:br/>
            <a:r>
              <a:t>몸이 의복보다 중하지 아니하냐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공중의 새를 보라 심지도 않고 거두지도 않고 창고에 모아들이지도 아니하되</a:t>
            </a:r>
            <a:br/>
            <a:r>
              <a:t>너희 하늘 아버지께서 기르시나니 너희는 이것들보다 귀하지 아니하냐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마6:26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너희가 어찌 의복을 위하여 염려하느냐 들의 백합화가 어떻게 자라는가</a:t>
            </a:r>
            <a:br/>
            <a:r>
              <a:t>생각하여 보라 수고도 아니하고 길쌈도 아니하느니라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그들이 믿지 아니하는 이를 어찌 부르리요 듣지도 못한 이를 어찌</a:t>
            </a:r>
            <a:br/>
            <a:r>
              <a:t>믿으리요 전파하는 자가 없이 어찌 들으리요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또 이르시되 너희에게 평강이 있을지어다 아버지께서 나를 보내신 것</a:t>
            </a:r>
            <a:br/>
            <a:r>
              <a:t>같이 나도 너희를 보내노라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요20:21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너희는 먼저 그의 나라와 그의 의를 구하라 그리하면 이 모든 것을</a:t>
            </a:r>
            <a:br/>
            <a:r>
              <a:t>너희에게 더하시리라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마6:33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나의 하나님이 그리스도 예수 안에서 영광 가운데 그 풍성한 대로 너희 모든</a:t>
            </a:r>
            <a:br/>
            <a:r>
              <a:t>쓸 것을 채우시리라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빌4:19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파송기도 및 축복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너의 가는 길에 주의 평강 있으리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파송의 노래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평강의 왕 함께 가시니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너의 걸음 걸음 주 인도하시리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강한 손 널 이끄시리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너의 가는 길에 주의 축복 있으리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주 함께 가시니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네가 밟는 모든 땅 주님 다스리시리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너는 주의 길 예비케 되리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나라 위하여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길 떠나는 나의 형제여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가라시니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너는 가라 주의 이름으로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거칠은 광야 위에 꽃은 피어나고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세상은 네 안에서 주님의 영광 보리라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강하고 담대하라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이기신 주 늘 함께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너와 동행하시며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네게 새 힘 늘 주시리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