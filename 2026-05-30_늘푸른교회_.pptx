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당신은 사랑 받기 위해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태초부터 시작된 하나님의 사랑은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만남을 통해 열매를 맺고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당신이 이세상에 존재함으로 인해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우리에겐 얼마나 큰 기쁨이 되는지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받기위해 태어난 사람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지금도 그 사랑 받고 있지요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받기위해 태어난 사람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지금도 그 사랑 받고 있지요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태초부터 시작된 하나님의 사랑은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만남을 통해 열매를 맺고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당신이 이세상에 존재함으로 인해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우리에겐 얼마나 큰 기쁨이 되는지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지금도 그 사랑 받고 있지요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지금도 그 사랑 받고 있지요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당신은 사랑 받기 위해 태어난 사람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당신의 삶속에서 그 사랑 받고 있지요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바다보다도 더 넓고 저 산과 하늘보다 더 높은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저 바다보다도 더 넓고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은혜가 이곳에 가득해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하나님 언제나 넘치는 주의 사랑으로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안에 가득히 넘쳐흐르네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내게 강 같은 평화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넘치네 할렐루야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내게 강 같은 평화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강 같은 평화 넘치네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내게 바다 같은 사랑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넘치네 할렐루야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내게 바다 같은 사랑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바다 같은 사랑 넘치네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내게 샘솟는 기쁨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넘치네 할렐루야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내게 샘솟는 기쁨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샘솟는 기쁨 넘치네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가장 낮은 마음 주님께서 기뻐하시고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가장 낮은 마음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일에 큰 기쁨을 느끼게 하시는도다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지쳐 무력할 때 주님 내게 힘이되시고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아름다운 하늘나라 내 맘에 주시는도다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우리에게 축복하신 하나님 사랑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낮은 자를 높여주시고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아름다운 하늘나라 허락하시고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모든것 예비하시네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찬양함에 기쁨을 감사함에 평안을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간구함에 하나님 알도록 하셨네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이곳에 생명샘 솟아나 눈물 골짝 지나갈 때에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꽃들도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머잖아 열매 맺히고 웃음소리 넘쳐나리라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꽃들도 구름도 바람도 넓은 바다도 찬양하라 찬양하라 예수를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하늘을 울리며 노래해 나의 영혼아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주 은혜의 주 은혜의 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그날에 하늘이 열리고 모든 이가 보게 되리라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마침내 꽃들이 피고 영광의 주가 오시리라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꽃들도 구름도 바람도 넓은 바다도 찬양하라 찬양하라 예수를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하늘을 울리며 노래해 나의 영혼아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주 은혜의 주 은혜의 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너희가 어찌 의복을 위하여 염려하느냐 들의 백합화가 어떻게 자라는가</a:t>
            </a:r>
            <a:br/>
            <a:r>
              <a:t>생각하여 보라 수고도 아니하고 길쌈도 아니하느니라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너희에게 말하노니 솔로몬의 모든 영광으로도 입은 것이 이 꽃</a:t>
            </a:r>
            <a:br/>
            <a:r>
              <a:t>하나만 같지 못하였느니라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오늘 있다가 내일 아궁이에 던져지는 들풀도 하나님이 이렇게 입히시거든 하물며</a:t>
            </a:r>
            <a:br/>
            <a:r>
              <a:t>너희일까보냐 믿음이 작은 자들아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꽃처럼 피어나는 인생 (마태복음 6:28~30)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오늘 있다가 내일 아궁이에 던져지는 들풀도 하나님이 이렇게 입히시거든 하물며</a:t>
            </a:r>
            <a:br/>
            <a:r>
              <a:t>너희일까보냐 믿음이 작은 자들아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마6:30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세상을 이처럼 사랑하사 독생자를 주셨으니 이는 그를 믿는 자마다</a:t>
            </a:r>
            <a:br/>
            <a:r>
              <a:t>멸망하지 않고 영생을 얻게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누구든지 그리스도 안에 있으면 새로운 피조물이라 이전 것은 지나갔으니</a:t>
            </a:r>
            <a:br/>
            <a:r>
              <a:t>보라 새 것이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변화되리 예수 모든 상처 치유되리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날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것은 지나가리라 그 날에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알게 되리 예수 모든 답을 얻게 되리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걱정 사라지리 그 날에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그 날에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자유케 되리라 예수 모든 고통은 끝나리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주 영광 보리라 그 날에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또 홀연히 변화되리라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홀연히 변화되리라 그 날에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노래 부르리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