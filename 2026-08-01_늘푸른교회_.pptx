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아무런 자격도 없는 나를 위해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사랑한다 말하시네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아무런 소망도 없는 나를 위해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사랑한다 사랑한다 사랑한다 말하시네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낮은 날 위해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나는 옛사람 아니요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사망에서 건지신 주의 자녀이니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한없는 주의 사랑 안에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기쁨으로 걸어가겠네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사랑 나의 어여쁜 자야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손을 잡고 함께 가자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사랑한다 사랑한다 사랑한다 말하시네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 끝 날까지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나는 옛사람 아니요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사망에서 건지신 주의 자녀이니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한없는 주의 사랑 안에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기쁨으로 걸어가겠네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부르심에는 후회하심이 없네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하나님의 부르심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이 자리에 선 것도 주의 부르심이라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부르심에는 결코 실수가 없네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부르신 하나님의 신실하심을 믿네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작은 나를 부르신 뜻을 나는 알 수 없지만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감사와 순종으로 주의 길을 가리라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때론 내가 연약해져도 주님 날 도우시니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놀라운 그 계획을 나는 믿으며 살리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부르신 뜻 내 생각보다 크고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향한 계획 나의 지혜로 측량 못하나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가장 좋은 길로 가장 완전한 길로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오늘도 날 이끄심 믿네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부르신 뜻 내 생각보다 크고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향한 계획 나의 지혜로 측량못하나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가장 좋은 길로 가장 완전한 길로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오늘도 날 이끄심 믿네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신실하신 주를 찬양해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아네 내가 살아가는 이유 불이 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불을 내려주소서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작은 불이 큰 산 모두 태우듯이 나를 쓰소서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불을 내려주소서 내게 성령의 불을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죽어진 영혼 살릴 수 있도록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태워주소서 제단 위에 나를 드리니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열방의 불로 세우소서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발 앞에 신을 벗고 기도하니 불을 주소서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성령으로 연단받은 불의 사람 되게 하소서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불을 내려주소서 내게 성령의 불을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죽어진 영혼 살릴 수 있도록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태워주소서 제단 위에 나를 드리니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열방의 불로 세우소서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태우소서 부으소서 성령의 불을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태우소서 부으소서 성령의 불을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태우소서 부으소서 성령의 불을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불을 내려주소서 내게 성령의 불을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죽어진 영혼 살릴 수 있도록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태워주소서 제단 위에 나를 드리니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열방의 불로 세우소서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성령이여 임하소서 메마른 나의 심령 위에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성령이여 임하소서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은혜에 단비 내려 나 흠뻑 적셔주옵소서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권세 주의 능력 지금 이 시간 임하셔서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악한 권세 모두 깨뜨리고 주님 나라 임하소서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 할렐루야 예수의 그 피가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승리 주네 구원이 되시네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 할렐루야 예수의 이름이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능력 되네 소망이 되시네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성령이여 임하소서 메마른 나의 심령 위에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은혜에 단비 내려 나 흠뻑 적셔주옵소서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권세 주의 능력 지금 이 시간 임하셔서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악한 권세 모두 깨뜨리고 주님 나라 임하소서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 할렐루야 예수의 그 피가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승리 주네 구원이 되시네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 할렐루야 예수의 이름이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능력 되네 소망이 되시네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 할렐루야 예수의 그 피가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승리 주네 구원이 되시네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 할렐루야 예수의 이름이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능력 되네 소망이 되시네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능력 되네 소망이 되시네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 높은 하늘 위로 밝은 태양 떠오르듯이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나로부터 시작되리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난 주저 앉지 않으리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어떤 어려움에도 주의 길을 선택하리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 가운데로 걸으리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크게 보는 믿음 가지고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세상에 나타내리라 놀라운 주의 사랑을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꿈을 안고 일어나리라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선한 능력으로 일어나리라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땅의 부흥과 회복은 바로 나로부터 시작되리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꿈을 안고 일어나리라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선한 능력으로 일어나리라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땅의 부흥과 회복은 바로 나로부터 시작되리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어떤 사람은 사도로, 어떤 사람은 선지자로, 어떤 사람은 복음 전하는</a:t>
            </a:r>
            <a:br/>
            <a:r>
              <a:t>자로, 어떤 사람은 목사와 교사로 삼으셨으니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엡4:11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이는 성도를 온전하게 하여 봉사의 일을 하게 하며 그리스도의 몸을 세우려</a:t>
            </a:r>
            <a:br/>
            <a:r>
              <a:t>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엡4:12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다 하나님의 아들을 믿는 것과 아는 일에 하나가 되어 온전한 사람을</a:t>
            </a:r>
            <a:br/>
            <a:r>
              <a:t>이루어 그리스도의 장성한 분량이 충만한 데까지 이르리니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엡4:13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이는 우리가 이제부터 어린 아이가 되지 아니하여 사람의 속임수와 간사한</a:t>
            </a:r>
            <a:br/>
            <a:r>
              <a:t>유혹에 빠져 온갖 교훈의 풍조에 밀려 요동하지 않게 하려 함이라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엡4:14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오직 사랑 안에서 참된 것을 하여 범사에 그에게까지 자랄지라 그는 머리니 곧</a:t>
            </a:r>
            <a:br/>
            <a:r>
              <a:t>그리스도라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엡4:15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그에게서 온 몸이 각 마디를 통하여 도움을 받음으로 연결되고 결합되어 각</a:t>
            </a:r>
            <a:br/>
            <a:r>
              <a:t>지체의 분량대로 역사하여 그 몸을 자라게 하며 사랑 안에서 스스로 세우느니라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엡4:16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부르심을 따라 사는 교회 (에베소서 4:11~16)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이제 내가 너를 바로에게 보내어 너에게 내 백성 이스라엘 자손을 애굽에서</a:t>
            </a:r>
            <a:br/>
            <a:r>
              <a:t>인도하여 내게 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출3:10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주 안에서 갇힌 내가 너희를 권하노니 너희가 부르심을 받은 일에</a:t>
            </a:r>
            <a:br/>
            <a:r>
              <a:t>합당하게 행하여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엡4:1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너희는 택하신 족속이요 왕 같은 제사장들이요 거룩한 나라요 그의</a:t>
            </a:r>
            <a:br/>
            <a:r>
              <a:t>소유가 된 백성이니 이는 너희를 어두운 데서 불러 내어 그의 기이한 빛에</a:t>
            </a:r>
            <a:br/>
            <a:r>
              <a:t>들어가게 하신 이의 아름다운 덕을 선포하게 하려 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벧전2:9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여호와의 사자가 기드온에게 나타나 이르되 큰 용사여 여호와께서 너와 함께</a:t>
            </a:r>
            <a:br/>
            <a:r>
              <a:t>계시도다 하매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삿6:12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몸이 하나요 성령도 한 분이시니 이와 같이 너희가 부르심의 한 소망 안에서</a:t>
            </a:r>
            <a:br/>
            <a:r>
              <a:t>부르심을 받았느니라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엡4:4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몸이 하나요 성령도 한 분이시니 이와 같이 너희가 부르심의 한 소망 안에서</a:t>
            </a:r>
            <a:br/>
            <a:r>
              <a:t>부르심을 받았느니라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엡4:4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주도 한 분이시요 믿음도 하나요 세례도 하나요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엡4:5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하나님도 한 분이시니 곧 만유의 아버지시라 만유 위에 계시고 만유를</a:t>
            </a:r>
            <a:br/>
            <a:r>
              <a:t>통일하시고 만유 가운데 계시도다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엡4:6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 각 사람에게 그리스도의 선물의 분량대로 은혜를 주셨나니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엡4:7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이는 성도를 온전하게 하여 봉사의 일을 하게 하며 그리스도의 몸을 세우려</a:t>
            </a:r>
            <a:br/>
            <a:r>
              <a:t>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엡4:12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다 하나님의 아들을 믿는 것과 아는 일에 하나가 되어 온전한 사람을</a:t>
            </a:r>
            <a:br/>
            <a:r>
              <a:t>이루어 그리스도의 장성한 분량이 충만한 데까지 이르리니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엡4:13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날마다 마음을 같이하여 성전에 모이기를 힘쓰고 집에서 떡을 떼며 기쁨과</a:t>
            </a:r>
            <a:br/>
            <a:r>
              <a:t>순전한 마음으로 음식을 먹고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행2:46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하나님을 찬미하며 또 온 백성에게 칭송을 받으니 주께서 구원 받는 사람을</a:t>
            </a:r>
            <a:br/>
            <a:r>
              <a:t>날마다 더하게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행2:47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너희가 서로 사랑하면 이로써 모든 사람이 너희가 내 제자인 줄 알리라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요13:35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성찬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보혈을 지나 하나님 품으로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보혈을 지나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보혈을 지나 아버지 품으로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보혈을 지나 하나님 품으로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한걸음씩 나아가네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존귀한 주 보혈이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영을 새롭게 하시네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준귀한 주 보혈이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영을 새롭게 하네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기도 하는 것보다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기도 하는 것보다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응답하실하나님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생각하는 것보다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이루시는 하나님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가운데 역사하신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능력대로 우리들의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간구함을 넘치도록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능히하실 주님께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영광과 존귀 찬양과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경배를 돌릴지어다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영광과 존귀 찬양과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경배를 돌릴지어다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