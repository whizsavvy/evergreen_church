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slides/slide282.xml" ContentType="application/vnd.openxmlformats-officedocument.presentationml.slide+xml"/>
  <Override PartName="/ppt/slides/slide283.xml" ContentType="application/vnd.openxmlformats-officedocument.presentationml.slide+xml"/>
  <Override PartName="/ppt/slides/slide284.xml" ContentType="application/vnd.openxmlformats-officedocument.presentationml.slide+xml"/>
  <Override PartName="/ppt/slides/slide285.xml" ContentType="application/vnd.openxmlformats-officedocument.presentationml.slide+xml"/>
  <Override PartName="/ppt/slides/slide286.xml" ContentType="application/vnd.openxmlformats-officedocument.presentationml.slide+xml"/>
  <Override PartName="/ppt/slides/slide287.xml" ContentType="application/vnd.openxmlformats-officedocument.presentationml.slide+xml"/>
  <Override PartName="/ppt/slides/slide288.xml" ContentType="application/vnd.openxmlformats-officedocument.presentationml.slide+xml"/>
  <Override PartName="/ppt/slides/slide289.xml" ContentType="application/vnd.openxmlformats-officedocument.presentationml.slide+xml"/>
  <Override PartName="/ppt/slides/slide29.xml" ContentType="application/vnd.openxmlformats-officedocument.presentationml.slide+xml"/>
  <Override PartName="/ppt/slides/slide290.xml" ContentType="application/vnd.openxmlformats-officedocument.presentationml.slide+xml"/>
  <Override PartName="/ppt/slides/slide291.xml" ContentType="application/vnd.openxmlformats-officedocument.presentationml.slide+xml"/>
  <Override PartName="/ppt/slides/slide292.xml" ContentType="application/vnd.openxmlformats-officedocument.presentationml.slide+xml"/>
  <Override PartName="/ppt/slides/slide293.xml" ContentType="application/vnd.openxmlformats-officedocument.presentationml.slide+xml"/>
  <Override PartName="/ppt/slides/slide294.xml" ContentType="application/vnd.openxmlformats-officedocument.presentationml.slide+xml"/>
  <Override PartName="/ppt/slides/slide295.xml" ContentType="application/vnd.openxmlformats-officedocument.presentationml.slide+xml"/>
  <Override PartName="/ppt/slides/slide296.xml" ContentType="application/vnd.openxmlformats-officedocument.presentationml.slide+xml"/>
  <Override PartName="/ppt/slides/slide297.xml" ContentType="application/vnd.openxmlformats-officedocument.presentationml.slide+xml"/>
  <Override PartName="/ppt/slides/slide298.xml" ContentType="application/vnd.openxmlformats-officedocument.presentationml.slide+xml"/>
  <Override PartName="/ppt/slides/slide29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00.xml" ContentType="application/vnd.openxmlformats-officedocument.presentationml.slide+xml"/>
  <Override PartName="/ppt/slides/slide301.xml" ContentType="application/vnd.openxmlformats-officedocument.presentationml.slide+xml"/>
  <Override PartName="/ppt/slides/slide302.xml" ContentType="application/vnd.openxmlformats-officedocument.presentationml.slide+xml"/>
  <Override PartName="/ppt/slides/slide303.xml" ContentType="application/vnd.openxmlformats-officedocument.presentationml.slide+xml"/>
  <Override PartName="/ppt/slides/slide304.xml" ContentType="application/vnd.openxmlformats-officedocument.presentationml.slide+xml"/>
  <Override PartName="/ppt/slides/slide305.xml" ContentType="application/vnd.openxmlformats-officedocument.presentationml.slide+xml"/>
  <Override PartName="/ppt/slides/slide306.xml" ContentType="application/vnd.openxmlformats-officedocument.presentationml.slide+xml"/>
  <Override PartName="/ppt/slides/slide307.xml" ContentType="application/vnd.openxmlformats-officedocument.presentationml.slide+xml"/>
  <Override PartName="/ppt/slides/slide308.xml" ContentType="application/vnd.openxmlformats-officedocument.presentationml.slide+xml"/>
  <Override PartName="/ppt/slides/slide309.xml" ContentType="application/vnd.openxmlformats-officedocument.presentationml.slide+xml"/>
  <Override PartName="/ppt/slides/slide31.xml" ContentType="application/vnd.openxmlformats-officedocument.presentationml.slide+xml"/>
  <Override PartName="/ppt/slides/slide310.xml" ContentType="application/vnd.openxmlformats-officedocument.presentationml.slide+xml"/>
  <Override PartName="/ppt/slides/slide311.xml" ContentType="application/vnd.openxmlformats-officedocument.presentationml.slide+xml"/>
  <Override PartName="/ppt/slides/slide312.xml" ContentType="application/vnd.openxmlformats-officedocument.presentationml.slide+xml"/>
  <Override PartName="/ppt/slides/slide313.xml" ContentType="application/vnd.openxmlformats-officedocument.presentationml.slide+xml"/>
  <Override PartName="/ppt/slides/slide314.xml" ContentType="application/vnd.openxmlformats-officedocument.presentationml.slide+xml"/>
  <Override PartName="/ppt/slides/slide315.xml" ContentType="application/vnd.openxmlformats-officedocument.presentationml.slide+xml"/>
  <Override PartName="/ppt/slides/slide316.xml" ContentType="application/vnd.openxmlformats-officedocument.presentationml.slide+xml"/>
  <Override PartName="/ppt/slides/slide317.xml" ContentType="application/vnd.openxmlformats-officedocument.presentationml.slide+xml"/>
  <Override PartName="/ppt/slides/slide318.xml" ContentType="application/vnd.openxmlformats-officedocument.presentationml.slide+xml"/>
  <Override PartName="/ppt/slides/slide319.xml" ContentType="application/vnd.openxmlformats-officedocument.presentationml.slide+xml"/>
  <Override PartName="/ppt/slides/slide32.xml" ContentType="application/vnd.openxmlformats-officedocument.presentationml.slide+xml"/>
  <Override PartName="/ppt/slides/slide320.xml" ContentType="application/vnd.openxmlformats-officedocument.presentationml.slide+xml"/>
  <Override PartName="/ppt/slides/slide321.xml" ContentType="application/vnd.openxmlformats-officedocument.presentationml.slide+xml"/>
  <Override PartName="/ppt/slides/slide322.xml" ContentType="application/vnd.openxmlformats-officedocument.presentationml.slide+xml"/>
  <Override PartName="/ppt/slides/slide323.xml" ContentType="application/vnd.openxmlformats-officedocument.presentationml.slide+xml"/>
  <Override PartName="/ppt/slides/slide324.xml" ContentType="application/vnd.openxmlformats-officedocument.presentationml.slide+xml"/>
  <Override PartName="/ppt/slides/slide325.xml" ContentType="application/vnd.openxmlformats-officedocument.presentationml.slide+xml"/>
  <Override PartName="/ppt/slides/slide326.xml" ContentType="application/vnd.openxmlformats-officedocument.presentationml.slide+xml"/>
  <Override PartName="/ppt/slides/slide327.xml" ContentType="application/vnd.openxmlformats-officedocument.presentationml.slide+xml"/>
  <Override PartName="/ppt/slides/slide328.xml" ContentType="application/vnd.openxmlformats-officedocument.presentationml.slide+xml"/>
  <Override PartName="/ppt/slides/slide329.xml" ContentType="application/vnd.openxmlformats-officedocument.presentationml.slide+xml"/>
  <Override PartName="/ppt/slides/slide33.xml" ContentType="application/vnd.openxmlformats-officedocument.presentationml.slide+xml"/>
  <Override PartName="/ppt/slides/slide330.xml" ContentType="application/vnd.openxmlformats-officedocument.presentationml.slide+xml"/>
  <Override PartName="/ppt/slides/slide331.xml" ContentType="application/vnd.openxmlformats-officedocument.presentationml.slide+xml"/>
  <Override PartName="/ppt/slides/slide332.xml" ContentType="application/vnd.openxmlformats-officedocument.presentationml.slide+xml"/>
  <Override PartName="/ppt/slides/slide333.xml" ContentType="application/vnd.openxmlformats-officedocument.presentationml.slide+xml"/>
  <Override PartName="/ppt/slides/slide334.xml" ContentType="application/vnd.openxmlformats-officedocument.presentationml.slide+xml"/>
  <Override PartName="/ppt/slides/slide335.xml" ContentType="application/vnd.openxmlformats-officedocument.presentationml.slide+xml"/>
  <Override PartName="/ppt/slides/slide336.xml" ContentType="application/vnd.openxmlformats-officedocument.presentationml.slide+xml"/>
  <Override PartName="/ppt/slides/slide337.xml" ContentType="application/vnd.openxmlformats-officedocument.presentationml.slide+xml"/>
  <Override PartName="/ppt/slides/slide338.xml" ContentType="application/vnd.openxmlformats-officedocument.presentationml.slide+xml"/>
  <Override PartName="/ppt/slides/slide339.xml" ContentType="application/vnd.openxmlformats-officedocument.presentationml.slide+xml"/>
  <Override PartName="/ppt/slides/slide34.xml" ContentType="application/vnd.openxmlformats-officedocument.presentationml.slide+xml"/>
  <Override PartName="/ppt/slides/slide340.xml" ContentType="application/vnd.openxmlformats-officedocument.presentationml.slide+xml"/>
  <Override PartName="/ppt/slides/slide341.xml" ContentType="application/vnd.openxmlformats-officedocument.presentationml.slide+xml"/>
  <Override PartName="/ppt/slides/slide342.xml" ContentType="application/vnd.openxmlformats-officedocument.presentationml.slide+xml"/>
  <Override PartName="/ppt/slides/slide343.xml" ContentType="application/vnd.openxmlformats-officedocument.presentationml.slide+xml"/>
  <Override PartName="/ppt/slides/slide344.xml" ContentType="application/vnd.openxmlformats-officedocument.presentationml.slide+xml"/>
  <Override PartName="/ppt/slides/slide345.xml" ContentType="application/vnd.openxmlformats-officedocument.presentationml.slide+xml"/>
  <Override PartName="/ppt/slides/slide346.xml" ContentType="application/vnd.openxmlformats-officedocument.presentationml.slide+xml"/>
  <Override PartName="/ppt/slides/slide347.xml" ContentType="application/vnd.openxmlformats-officedocument.presentationml.slide+xml"/>
  <Override PartName="/ppt/slides/slide348.xml" ContentType="application/vnd.openxmlformats-officedocument.presentationml.slide+xml"/>
  <Override PartName="/ppt/slides/slide349.xml" ContentType="application/vnd.openxmlformats-officedocument.presentationml.slide+xml"/>
  <Override PartName="/ppt/slides/slide35.xml" ContentType="application/vnd.openxmlformats-officedocument.presentationml.slide+xml"/>
  <Override PartName="/ppt/slides/slide350.xml" ContentType="application/vnd.openxmlformats-officedocument.presentationml.slide+xml"/>
  <Override PartName="/ppt/slides/slide351.xml" ContentType="application/vnd.openxmlformats-officedocument.presentationml.slide+xml"/>
  <Override PartName="/ppt/slides/slide352.xml" ContentType="application/vnd.openxmlformats-officedocument.presentationml.slide+xml"/>
  <Override PartName="/ppt/slides/slide353.xml" ContentType="application/vnd.openxmlformats-officedocument.presentationml.slide+xml"/>
  <Override PartName="/ppt/slides/slide354.xml" ContentType="application/vnd.openxmlformats-officedocument.presentationml.slide+xml"/>
  <Override PartName="/ppt/slides/slide35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  <p:sldId id="459" r:id="rId210"/>
    <p:sldId id="460" r:id="rId211"/>
    <p:sldId id="461" r:id="rId212"/>
    <p:sldId id="462" r:id="rId213"/>
    <p:sldId id="463" r:id="rId214"/>
    <p:sldId id="464" r:id="rId215"/>
    <p:sldId id="465" r:id="rId216"/>
    <p:sldId id="466" r:id="rId217"/>
    <p:sldId id="467" r:id="rId218"/>
    <p:sldId id="468" r:id="rId219"/>
    <p:sldId id="469" r:id="rId220"/>
    <p:sldId id="470" r:id="rId221"/>
    <p:sldId id="471" r:id="rId222"/>
    <p:sldId id="472" r:id="rId223"/>
    <p:sldId id="473" r:id="rId224"/>
    <p:sldId id="474" r:id="rId225"/>
    <p:sldId id="475" r:id="rId226"/>
    <p:sldId id="476" r:id="rId227"/>
    <p:sldId id="477" r:id="rId228"/>
    <p:sldId id="478" r:id="rId229"/>
    <p:sldId id="479" r:id="rId230"/>
    <p:sldId id="480" r:id="rId231"/>
    <p:sldId id="481" r:id="rId232"/>
    <p:sldId id="482" r:id="rId233"/>
    <p:sldId id="483" r:id="rId234"/>
    <p:sldId id="484" r:id="rId235"/>
    <p:sldId id="485" r:id="rId236"/>
    <p:sldId id="486" r:id="rId237"/>
    <p:sldId id="487" r:id="rId238"/>
    <p:sldId id="488" r:id="rId239"/>
    <p:sldId id="489" r:id="rId240"/>
    <p:sldId id="490" r:id="rId241"/>
    <p:sldId id="491" r:id="rId242"/>
    <p:sldId id="492" r:id="rId243"/>
    <p:sldId id="493" r:id="rId244"/>
    <p:sldId id="494" r:id="rId245"/>
    <p:sldId id="495" r:id="rId246"/>
    <p:sldId id="496" r:id="rId247"/>
    <p:sldId id="497" r:id="rId248"/>
    <p:sldId id="498" r:id="rId249"/>
    <p:sldId id="499" r:id="rId250"/>
    <p:sldId id="500" r:id="rId251"/>
    <p:sldId id="501" r:id="rId252"/>
    <p:sldId id="502" r:id="rId253"/>
    <p:sldId id="503" r:id="rId254"/>
    <p:sldId id="504" r:id="rId255"/>
    <p:sldId id="505" r:id="rId256"/>
    <p:sldId id="506" r:id="rId257"/>
    <p:sldId id="507" r:id="rId258"/>
    <p:sldId id="508" r:id="rId259"/>
    <p:sldId id="509" r:id="rId260"/>
    <p:sldId id="510" r:id="rId261"/>
    <p:sldId id="511" r:id="rId262"/>
    <p:sldId id="512" r:id="rId263"/>
    <p:sldId id="513" r:id="rId264"/>
    <p:sldId id="514" r:id="rId265"/>
    <p:sldId id="515" r:id="rId266"/>
    <p:sldId id="516" r:id="rId267"/>
    <p:sldId id="517" r:id="rId268"/>
    <p:sldId id="518" r:id="rId269"/>
    <p:sldId id="519" r:id="rId270"/>
    <p:sldId id="520" r:id="rId271"/>
    <p:sldId id="521" r:id="rId272"/>
    <p:sldId id="522" r:id="rId273"/>
    <p:sldId id="523" r:id="rId274"/>
    <p:sldId id="524" r:id="rId275"/>
    <p:sldId id="525" r:id="rId276"/>
    <p:sldId id="526" r:id="rId277"/>
    <p:sldId id="527" r:id="rId278"/>
    <p:sldId id="528" r:id="rId279"/>
    <p:sldId id="529" r:id="rId280"/>
    <p:sldId id="530" r:id="rId281"/>
    <p:sldId id="531" r:id="rId282"/>
    <p:sldId id="532" r:id="rId283"/>
    <p:sldId id="533" r:id="rId284"/>
    <p:sldId id="534" r:id="rId285"/>
    <p:sldId id="535" r:id="rId286"/>
    <p:sldId id="536" r:id="rId287"/>
    <p:sldId id="537" r:id="rId288"/>
    <p:sldId id="538" r:id="rId289"/>
    <p:sldId id="539" r:id="rId290"/>
    <p:sldId id="540" r:id="rId291"/>
    <p:sldId id="541" r:id="rId292"/>
    <p:sldId id="542" r:id="rId293"/>
    <p:sldId id="543" r:id="rId294"/>
    <p:sldId id="544" r:id="rId295"/>
    <p:sldId id="545" r:id="rId296"/>
    <p:sldId id="546" r:id="rId297"/>
    <p:sldId id="547" r:id="rId298"/>
    <p:sldId id="548" r:id="rId299"/>
    <p:sldId id="549" r:id="rId300"/>
    <p:sldId id="550" r:id="rId301"/>
    <p:sldId id="551" r:id="rId302"/>
    <p:sldId id="552" r:id="rId303"/>
    <p:sldId id="553" r:id="rId304"/>
    <p:sldId id="554" r:id="rId305"/>
    <p:sldId id="555" r:id="rId306"/>
    <p:sldId id="556" r:id="rId307"/>
    <p:sldId id="557" r:id="rId308"/>
    <p:sldId id="558" r:id="rId309"/>
    <p:sldId id="559" r:id="rId310"/>
    <p:sldId id="560" r:id="rId311"/>
    <p:sldId id="561" r:id="rId312"/>
    <p:sldId id="562" r:id="rId313"/>
    <p:sldId id="563" r:id="rId314"/>
    <p:sldId id="564" r:id="rId315"/>
    <p:sldId id="565" r:id="rId316"/>
    <p:sldId id="566" r:id="rId317"/>
    <p:sldId id="567" r:id="rId318"/>
    <p:sldId id="568" r:id="rId319"/>
    <p:sldId id="569" r:id="rId320"/>
    <p:sldId id="570" r:id="rId321"/>
    <p:sldId id="571" r:id="rId322"/>
    <p:sldId id="572" r:id="rId323"/>
    <p:sldId id="573" r:id="rId324"/>
    <p:sldId id="574" r:id="rId325"/>
    <p:sldId id="575" r:id="rId326"/>
    <p:sldId id="576" r:id="rId327"/>
    <p:sldId id="577" r:id="rId328"/>
    <p:sldId id="578" r:id="rId329"/>
    <p:sldId id="579" r:id="rId330"/>
    <p:sldId id="580" r:id="rId331"/>
    <p:sldId id="581" r:id="rId332"/>
    <p:sldId id="582" r:id="rId333"/>
    <p:sldId id="583" r:id="rId334"/>
    <p:sldId id="584" r:id="rId335"/>
    <p:sldId id="585" r:id="rId336"/>
    <p:sldId id="586" r:id="rId337"/>
    <p:sldId id="587" r:id="rId338"/>
    <p:sldId id="588" r:id="rId339"/>
    <p:sldId id="589" r:id="rId340"/>
    <p:sldId id="590" r:id="rId341"/>
    <p:sldId id="591" r:id="rId342"/>
    <p:sldId id="592" r:id="rId343"/>
    <p:sldId id="593" r:id="rId344"/>
    <p:sldId id="594" r:id="rId345"/>
    <p:sldId id="595" r:id="rId346"/>
    <p:sldId id="596" r:id="rId347"/>
    <p:sldId id="597" r:id="rId348"/>
    <p:sldId id="598" r:id="rId349"/>
    <p:sldId id="599" r:id="rId350"/>
    <p:sldId id="600" r:id="rId351"/>
    <p:sldId id="601" r:id="rId352"/>
    <p:sldId id="602" r:id="rId353"/>
    <p:sldId id="603" r:id="rId354"/>
    <p:sldId id="604" r:id="rId355"/>
    <p:sldId id="605" r:id="rId356"/>
    <p:sldId id="606" r:id="rId357"/>
    <p:sldId id="607" r:id="rId358"/>
    <p:sldId id="608" r:id="rId359"/>
    <p:sldId id="609" r:id="rId360"/>
    <p:sldId id="610" r:id="rId361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slide" Target="slides/slide203.xml"/><Relationship Id="rId210" Type="http://schemas.openxmlformats.org/officeDocument/2006/relationships/slide" Target="slides/slide204.xml"/><Relationship Id="rId211" Type="http://schemas.openxmlformats.org/officeDocument/2006/relationships/slide" Target="slides/slide205.xml"/><Relationship Id="rId212" Type="http://schemas.openxmlformats.org/officeDocument/2006/relationships/slide" Target="slides/slide206.xml"/><Relationship Id="rId213" Type="http://schemas.openxmlformats.org/officeDocument/2006/relationships/slide" Target="slides/slide207.xml"/><Relationship Id="rId214" Type="http://schemas.openxmlformats.org/officeDocument/2006/relationships/slide" Target="slides/slide208.xml"/><Relationship Id="rId215" Type="http://schemas.openxmlformats.org/officeDocument/2006/relationships/slide" Target="slides/slide209.xml"/><Relationship Id="rId216" Type="http://schemas.openxmlformats.org/officeDocument/2006/relationships/slide" Target="slides/slide210.xml"/><Relationship Id="rId217" Type="http://schemas.openxmlformats.org/officeDocument/2006/relationships/slide" Target="slides/slide211.xml"/><Relationship Id="rId218" Type="http://schemas.openxmlformats.org/officeDocument/2006/relationships/slide" Target="slides/slide212.xml"/><Relationship Id="rId219" Type="http://schemas.openxmlformats.org/officeDocument/2006/relationships/slide" Target="slides/slide213.xml"/><Relationship Id="rId220" Type="http://schemas.openxmlformats.org/officeDocument/2006/relationships/slide" Target="slides/slide214.xml"/><Relationship Id="rId221" Type="http://schemas.openxmlformats.org/officeDocument/2006/relationships/slide" Target="slides/slide215.xml"/><Relationship Id="rId222" Type="http://schemas.openxmlformats.org/officeDocument/2006/relationships/slide" Target="slides/slide216.xml"/><Relationship Id="rId223" Type="http://schemas.openxmlformats.org/officeDocument/2006/relationships/slide" Target="slides/slide217.xml"/><Relationship Id="rId224" Type="http://schemas.openxmlformats.org/officeDocument/2006/relationships/slide" Target="slides/slide218.xml"/><Relationship Id="rId225" Type="http://schemas.openxmlformats.org/officeDocument/2006/relationships/slide" Target="slides/slide219.xml"/><Relationship Id="rId226" Type="http://schemas.openxmlformats.org/officeDocument/2006/relationships/slide" Target="slides/slide220.xml"/><Relationship Id="rId227" Type="http://schemas.openxmlformats.org/officeDocument/2006/relationships/slide" Target="slides/slide221.xml"/><Relationship Id="rId228" Type="http://schemas.openxmlformats.org/officeDocument/2006/relationships/slide" Target="slides/slide222.xml"/><Relationship Id="rId229" Type="http://schemas.openxmlformats.org/officeDocument/2006/relationships/slide" Target="slides/slide223.xml"/><Relationship Id="rId230" Type="http://schemas.openxmlformats.org/officeDocument/2006/relationships/slide" Target="slides/slide224.xml"/><Relationship Id="rId231" Type="http://schemas.openxmlformats.org/officeDocument/2006/relationships/slide" Target="slides/slide225.xml"/><Relationship Id="rId232" Type="http://schemas.openxmlformats.org/officeDocument/2006/relationships/slide" Target="slides/slide226.xml"/><Relationship Id="rId233" Type="http://schemas.openxmlformats.org/officeDocument/2006/relationships/slide" Target="slides/slide227.xml"/><Relationship Id="rId234" Type="http://schemas.openxmlformats.org/officeDocument/2006/relationships/slide" Target="slides/slide228.xml"/><Relationship Id="rId235" Type="http://schemas.openxmlformats.org/officeDocument/2006/relationships/slide" Target="slides/slide229.xml"/><Relationship Id="rId236" Type="http://schemas.openxmlformats.org/officeDocument/2006/relationships/slide" Target="slides/slide230.xml"/><Relationship Id="rId237" Type="http://schemas.openxmlformats.org/officeDocument/2006/relationships/slide" Target="slides/slide231.xml"/><Relationship Id="rId238" Type="http://schemas.openxmlformats.org/officeDocument/2006/relationships/slide" Target="slides/slide232.xml"/><Relationship Id="rId239" Type="http://schemas.openxmlformats.org/officeDocument/2006/relationships/slide" Target="slides/slide233.xml"/><Relationship Id="rId240" Type="http://schemas.openxmlformats.org/officeDocument/2006/relationships/slide" Target="slides/slide234.xml"/><Relationship Id="rId241" Type="http://schemas.openxmlformats.org/officeDocument/2006/relationships/slide" Target="slides/slide235.xml"/><Relationship Id="rId242" Type="http://schemas.openxmlformats.org/officeDocument/2006/relationships/slide" Target="slides/slide236.xml"/><Relationship Id="rId243" Type="http://schemas.openxmlformats.org/officeDocument/2006/relationships/slide" Target="slides/slide237.xml"/><Relationship Id="rId244" Type="http://schemas.openxmlformats.org/officeDocument/2006/relationships/slide" Target="slides/slide238.xml"/><Relationship Id="rId245" Type="http://schemas.openxmlformats.org/officeDocument/2006/relationships/slide" Target="slides/slide239.xml"/><Relationship Id="rId246" Type="http://schemas.openxmlformats.org/officeDocument/2006/relationships/slide" Target="slides/slide240.xml"/><Relationship Id="rId247" Type="http://schemas.openxmlformats.org/officeDocument/2006/relationships/slide" Target="slides/slide241.xml"/><Relationship Id="rId248" Type="http://schemas.openxmlformats.org/officeDocument/2006/relationships/slide" Target="slides/slide242.xml"/><Relationship Id="rId249" Type="http://schemas.openxmlformats.org/officeDocument/2006/relationships/slide" Target="slides/slide243.xml"/><Relationship Id="rId250" Type="http://schemas.openxmlformats.org/officeDocument/2006/relationships/slide" Target="slides/slide244.xml"/><Relationship Id="rId251" Type="http://schemas.openxmlformats.org/officeDocument/2006/relationships/slide" Target="slides/slide245.xml"/><Relationship Id="rId252" Type="http://schemas.openxmlformats.org/officeDocument/2006/relationships/slide" Target="slides/slide246.xml"/><Relationship Id="rId253" Type="http://schemas.openxmlformats.org/officeDocument/2006/relationships/slide" Target="slides/slide247.xml"/><Relationship Id="rId254" Type="http://schemas.openxmlformats.org/officeDocument/2006/relationships/slide" Target="slides/slide248.xml"/><Relationship Id="rId255" Type="http://schemas.openxmlformats.org/officeDocument/2006/relationships/slide" Target="slides/slide249.xml"/><Relationship Id="rId256" Type="http://schemas.openxmlformats.org/officeDocument/2006/relationships/slide" Target="slides/slide250.xml"/><Relationship Id="rId257" Type="http://schemas.openxmlformats.org/officeDocument/2006/relationships/slide" Target="slides/slide251.xml"/><Relationship Id="rId258" Type="http://schemas.openxmlformats.org/officeDocument/2006/relationships/slide" Target="slides/slide252.xml"/><Relationship Id="rId259" Type="http://schemas.openxmlformats.org/officeDocument/2006/relationships/slide" Target="slides/slide253.xml"/><Relationship Id="rId260" Type="http://schemas.openxmlformats.org/officeDocument/2006/relationships/slide" Target="slides/slide254.xml"/><Relationship Id="rId261" Type="http://schemas.openxmlformats.org/officeDocument/2006/relationships/slide" Target="slides/slide255.xml"/><Relationship Id="rId262" Type="http://schemas.openxmlformats.org/officeDocument/2006/relationships/slide" Target="slides/slide256.xml"/><Relationship Id="rId263" Type="http://schemas.openxmlformats.org/officeDocument/2006/relationships/slide" Target="slides/slide257.xml"/><Relationship Id="rId264" Type="http://schemas.openxmlformats.org/officeDocument/2006/relationships/slide" Target="slides/slide258.xml"/><Relationship Id="rId265" Type="http://schemas.openxmlformats.org/officeDocument/2006/relationships/slide" Target="slides/slide259.xml"/><Relationship Id="rId266" Type="http://schemas.openxmlformats.org/officeDocument/2006/relationships/slide" Target="slides/slide260.xml"/><Relationship Id="rId267" Type="http://schemas.openxmlformats.org/officeDocument/2006/relationships/slide" Target="slides/slide261.xml"/><Relationship Id="rId268" Type="http://schemas.openxmlformats.org/officeDocument/2006/relationships/slide" Target="slides/slide262.xml"/><Relationship Id="rId269" Type="http://schemas.openxmlformats.org/officeDocument/2006/relationships/slide" Target="slides/slide263.xml"/><Relationship Id="rId270" Type="http://schemas.openxmlformats.org/officeDocument/2006/relationships/slide" Target="slides/slide264.xml"/><Relationship Id="rId271" Type="http://schemas.openxmlformats.org/officeDocument/2006/relationships/slide" Target="slides/slide265.xml"/><Relationship Id="rId272" Type="http://schemas.openxmlformats.org/officeDocument/2006/relationships/slide" Target="slides/slide266.xml"/><Relationship Id="rId273" Type="http://schemas.openxmlformats.org/officeDocument/2006/relationships/slide" Target="slides/slide267.xml"/><Relationship Id="rId274" Type="http://schemas.openxmlformats.org/officeDocument/2006/relationships/slide" Target="slides/slide268.xml"/><Relationship Id="rId275" Type="http://schemas.openxmlformats.org/officeDocument/2006/relationships/slide" Target="slides/slide269.xml"/><Relationship Id="rId276" Type="http://schemas.openxmlformats.org/officeDocument/2006/relationships/slide" Target="slides/slide270.xml"/><Relationship Id="rId277" Type="http://schemas.openxmlformats.org/officeDocument/2006/relationships/slide" Target="slides/slide271.xml"/><Relationship Id="rId278" Type="http://schemas.openxmlformats.org/officeDocument/2006/relationships/slide" Target="slides/slide272.xml"/><Relationship Id="rId279" Type="http://schemas.openxmlformats.org/officeDocument/2006/relationships/slide" Target="slides/slide273.xml"/><Relationship Id="rId280" Type="http://schemas.openxmlformats.org/officeDocument/2006/relationships/slide" Target="slides/slide274.xml"/><Relationship Id="rId281" Type="http://schemas.openxmlformats.org/officeDocument/2006/relationships/slide" Target="slides/slide275.xml"/><Relationship Id="rId282" Type="http://schemas.openxmlformats.org/officeDocument/2006/relationships/slide" Target="slides/slide276.xml"/><Relationship Id="rId283" Type="http://schemas.openxmlformats.org/officeDocument/2006/relationships/slide" Target="slides/slide277.xml"/><Relationship Id="rId284" Type="http://schemas.openxmlformats.org/officeDocument/2006/relationships/slide" Target="slides/slide278.xml"/><Relationship Id="rId285" Type="http://schemas.openxmlformats.org/officeDocument/2006/relationships/slide" Target="slides/slide279.xml"/><Relationship Id="rId286" Type="http://schemas.openxmlformats.org/officeDocument/2006/relationships/slide" Target="slides/slide280.xml"/><Relationship Id="rId287" Type="http://schemas.openxmlformats.org/officeDocument/2006/relationships/slide" Target="slides/slide281.xml"/><Relationship Id="rId288" Type="http://schemas.openxmlformats.org/officeDocument/2006/relationships/slide" Target="slides/slide282.xml"/><Relationship Id="rId289" Type="http://schemas.openxmlformats.org/officeDocument/2006/relationships/slide" Target="slides/slide283.xml"/><Relationship Id="rId290" Type="http://schemas.openxmlformats.org/officeDocument/2006/relationships/slide" Target="slides/slide284.xml"/><Relationship Id="rId291" Type="http://schemas.openxmlformats.org/officeDocument/2006/relationships/slide" Target="slides/slide285.xml"/><Relationship Id="rId292" Type="http://schemas.openxmlformats.org/officeDocument/2006/relationships/slide" Target="slides/slide286.xml"/><Relationship Id="rId293" Type="http://schemas.openxmlformats.org/officeDocument/2006/relationships/slide" Target="slides/slide287.xml"/><Relationship Id="rId294" Type="http://schemas.openxmlformats.org/officeDocument/2006/relationships/slide" Target="slides/slide288.xml"/><Relationship Id="rId295" Type="http://schemas.openxmlformats.org/officeDocument/2006/relationships/slide" Target="slides/slide289.xml"/><Relationship Id="rId296" Type="http://schemas.openxmlformats.org/officeDocument/2006/relationships/slide" Target="slides/slide290.xml"/><Relationship Id="rId297" Type="http://schemas.openxmlformats.org/officeDocument/2006/relationships/slide" Target="slides/slide291.xml"/><Relationship Id="rId298" Type="http://schemas.openxmlformats.org/officeDocument/2006/relationships/slide" Target="slides/slide292.xml"/><Relationship Id="rId299" Type="http://schemas.openxmlformats.org/officeDocument/2006/relationships/slide" Target="slides/slide293.xml"/><Relationship Id="rId300" Type="http://schemas.openxmlformats.org/officeDocument/2006/relationships/slide" Target="slides/slide294.xml"/><Relationship Id="rId301" Type="http://schemas.openxmlformats.org/officeDocument/2006/relationships/slide" Target="slides/slide295.xml"/><Relationship Id="rId302" Type="http://schemas.openxmlformats.org/officeDocument/2006/relationships/slide" Target="slides/slide296.xml"/><Relationship Id="rId303" Type="http://schemas.openxmlformats.org/officeDocument/2006/relationships/slide" Target="slides/slide297.xml"/><Relationship Id="rId304" Type="http://schemas.openxmlformats.org/officeDocument/2006/relationships/slide" Target="slides/slide298.xml"/><Relationship Id="rId305" Type="http://schemas.openxmlformats.org/officeDocument/2006/relationships/slide" Target="slides/slide299.xml"/><Relationship Id="rId306" Type="http://schemas.openxmlformats.org/officeDocument/2006/relationships/slide" Target="slides/slide300.xml"/><Relationship Id="rId307" Type="http://schemas.openxmlformats.org/officeDocument/2006/relationships/slide" Target="slides/slide301.xml"/><Relationship Id="rId308" Type="http://schemas.openxmlformats.org/officeDocument/2006/relationships/slide" Target="slides/slide302.xml"/><Relationship Id="rId309" Type="http://schemas.openxmlformats.org/officeDocument/2006/relationships/slide" Target="slides/slide303.xml"/><Relationship Id="rId310" Type="http://schemas.openxmlformats.org/officeDocument/2006/relationships/slide" Target="slides/slide304.xml"/><Relationship Id="rId311" Type="http://schemas.openxmlformats.org/officeDocument/2006/relationships/slide" Target="slides/slide305.xml"/><Relationship Id="rId312" Type="http://schemas.openxmlformats.org/officeDocument/2006/relationships/slide" Target="slides/slide306.xml"/><Relationship Id="rId313" Type="http://schemas.openxmlformats.org/officeDocument/2006/relationships/slide" Target="slides/slide307.xml"/><Relationship Id="rId314" Type="http://schemas.openxmlformats.org/officeDocument/2006/relationships/slide" Target="slides/slide308.xml"/><Relationship Id="rId315" Type="http://schemas.openxmlformats.org/officeDocument/2006/relationships/slide" Target="slides/slide309.xml"/><Relationship Id="rId316" Type="http://schemas.openxmlformats.org/officeDocument/2006/relationships/slide" Target="slides/slide310.xml"/><Relationship Id="rId317" Type="http://schemas.openxmlformats.org/officeDocument/2006/relationships/slide" Target="slides/slide311.xml"/><Relationship Id="rId318" Type="http://schemas.openxmlformats.org/officeDocument/2006/relationships/slide" Target="slides/slide312.xml"/><Relationship Id="rId319" Type="http://schemas.openxmlformats.org/officeDocument/2006/relationships/slide" Target="slides/slide313.xml"/><Relationship Id="rId320" Type="http://schemas.openxmlformats.org/officeDocument/2006/relationships/slide" Target="slides/slide314.xml"/><Relationship Id="rId321" Type="http://schemas.openxmlformats.org/officeDocument/2006/relationships/slide" Target="slides/slide315.xml"/><Relationship Id="rId322" Type="http://schemas.openxmlformats.org/officeDocument/2006/relationships/slide" Target="slides/slide316.xml"/><Relationship Id="rId323" Type="http://schemas.openxmlformats.org/officeDocument/2006/relationships/slide" Target="slides/slide317.xml"/><Relationship Id="rId324" Type="http://schemas.openxmlformats.org/officeDocument/2006/relationships/slide" Target="slides/slide318.xml"/><Relationship Id="rId325" Type="http://schemas.openxmlformats.org/officeDocument/2006/relationships/slide" Target="slides/slide319.xml"/><Relationship Id="rId326" Type="http://schemas.openxmlformats.org/officeDocument/2006/relationships/slide" Target="slides/slide320.xml"/><Relationship Id="rId327" Type="http://schemas.openxmlformats.org/officeDocument/2006/relationships/slide" Target="slides/slide321.xml"/><Relationship Id="rId328" Type="http://schemas.openxmlformats.org/officeDocument/2006/relationships/slide" Target="slides/slide322.xml"/><Relationship Id="rId329" Type="http://schemas.openxmlformats.org/officeDocument/2006/relationships/slide" Target="slides/slide323.xml"/><Relationship Id="rId330" Type="http://schemas.openxmlformats.org/officeDocument/2006/relationships/slide" Target="slides/slide324.xml"/><Relationship Id="rId331" Type="http://schemas.openxmlformats.org/officeDocument/2006/relationships/slide" Target="slides/slide325.xml"/><Relationship Id="rId332" Type="http://schemas.openxmlformats.org/officeDocument/2006/relationships/slide" Target="slides/slide326.xml"/><Relationship Id="rId333" Type="http://schemas.openxmlformats.org/officeDocument/2006/relationships/slide" Target="slides/slide327.xml"/><Relationship Id="rId334" Type="http://schemas.openxmlformats.org/officeDocument/2006/relationships/slide" Target="slides/slide328.xml"/><Relationship Id="rId335" Type="http://schemas.openxmlformats.org/officeDocument/2006/relationships/slide" Target="slides/slide329.xml"/><Relationship Id="rId336" Type="http://schemas.openxmlformats.org/officeDocument/2006/relationships/slide" Target="slides/slide330.xml"/><Relationship Id="rId337" Type="http://schemas.openxmlformats.org/officeDocument/2006/relationships/slide" Target="slides/slide331.xml"/><Relationship Id="rId338" Type="http://schemas.openxmlformats.org/officeDocument/2006/relationships/slide" Target="slides/slide332.xml"/><Relationship Id="rId339" Type="http://schemas.openxmlformats.org/officeDocument/2006/relationships/slide" Target="slides/slide333.xml"/><Relationship Id="rId340" Type="http://schemas.openxmlformats.org/officeDocument/2006/relationships/slide" Target="slides/slide334.xml"/><Relationship Id="rId341" Type="http://schemas.openxmlformats.org/officeDocument/2006/relationships/slide" Target="slides/slide335.xml"/><Relationship Id="rId342" Type="http://schemas.openxmlformats.org/officeDocument/2006/relationships/slide" Target="slides/slide336.xml"/><Relationship Id="rId343" Type="http://schemas.openxmlformats.org/officeDocument/2006/relationships/slide" Target="slides/slide337.xml"/><Relationship Id="rId344" Type="http://schemas.openxmlformats.org/officeDocument/2006/relationships/slide" Target="slides/slide338.xml"/><Relationship Id="rId345" Type="http://schemas.openxmlformats.org/officeDocument/2006/relationships/slide" Target="slides/slide339.xml"/><Relationship Id="rId346" Type="http://schemas.openxmlformats.org/officeDocument/2006/relationships/slide" Target="slides/slide340.xml"/><Relationship Id="rId347" Type="http://schemas.openxmlformats.org/officeDocument/2006/relationships/slide" Target="slides/slide341.xml"/><Relationship Id="rId348" Type="http://schemas.openxmlformats.org/officeDocument/2006/relationships/slide" Target="slides/slide342.xml"/><Relationship Id="rId349" Type="http://schemas.openxmlformats.org/officeDocument/2006/relationships/slide" Target="slides/slide343.xml"/><Relationship Id="rId350" Type="http://schemas.openxmlformats.org/officeDocument/2006/relationships/slide" Target="slides/slide344.xml"/><Relationship Id="rId351" Type="http://schemas.openxmlformats.org/officeDocument/2006/relationships/slide" Target="slides/slide345.xml"/><Relationship Id="rId352" Type="http://schemas.openxmlformats.org/officeDocument/2006/relationships/slide" Target="slides/slide346.xml"/><Relationship Id="rId353" Type="http://schemas.openxmlformats.org/officeDocument/2006/relationships/slide" Target="slides/slide347.xml"/><Relationship Id="rId354" Type="http://schemas.openxmlformats.org/officeDocument/2006/relationships/slide" Target="slides/slide348.xml"/><Relationship Id="rId355" Type="http://schemas.openxmlformats.org/officeDocument/2006/relationships/slide" Target="slides/slide349.xml"/><Relationship Id="rId356" Type="http://schemas.openxmlformats.org/officeDocument/2006/relationships/slide" Target="slides/slide350.xml"/><Relationship Id="rId357" Type="http://schemas.openxmlformats.org/officeDocument/2006/relationships/slide" Target="slides/slide351.xml"/><Relationship Id="rId358" Type="http://schemas.openxmlformats.org/officeDocument/2006/relationships/slide" Target="slides/slide352.xml"/><Relationship Id="rId359" Type="http://schemas.openxmlformats.org/officeDocument/2006/relationships/slide" Target="slides/slide353.xml"/><Relationship Id="rId360" Type="http://schemas.openxmlformats.org/officeDocument/2006/relationships/slide" Target="slides/slide354.xml"/><Relationship Id="rId361" Type="http://schemas.openxmlformats.org/officeDocument/2006/relationships/slide" Target="slides/slide35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4059" y="432000"/>
            <a:ext cx="10944000" cy="1188000"/>
          </a:xfrm>
          <a:prstGeom prst="rect">
            <a:avLst/>
          </a:prstGeom>
          <a:noFill/>
        </p:spPr>
        <p:txBody>
          <a:bodyPr wrap="none" anchor="ctr">
            <a:normAutofit/>
          </a:bodyPr>
          <a:lstStyle/>
          <a:p>
            <a:pPr algn="ctr">
              <a:defRPr sz="3600">
                <a:solidFill>
                  <a:srgbClr val="FFFFFF"/>
                </a:solidFill>
                <a:latin typeface="다음_SemiBold"/>
              </a:defRPr>
            </a:pPr>
            <a:r>
              <a:t>주일 1부 예배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4059" y="432000"/>
            <a:ext cx="10944000" cy="1188000"/>
          </a:xfrm>
          <a:prstGeom prst="rect">
            <a:avLst/>
          </a:prstGeom>
          <a:noFill/>
        </p:spPr>
        <p:txBody>
          <a:bodyPr wrap="none" anchor="ctr">
            <a:normAutofit/>
          </a:bodyPr>
          <a:lstStyle/>
          <a:p>
            <a:pPr algn="ctr">
              <a:defRPr sz="3600">
                <a:solidFill>
                  <a:srgbClr val="FFFFFF"/>
                </a:solidFill>
                <a:latin typeface="다음_SemiBold"/>
              </a:defRPr>
            </a:pPr>
            <a:r>
              <a:t>주일 2부 예배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세상의 유혹 시험이 내게 몰려올 때에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세상의 유혹 시험이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나의 힘으론 그것들 모두 이길 수 없네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거대한 폭풍 가운데 위축된 나의 영혼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어찌할 바를 몰라 헤매이고 있을 때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주를 찬양 손을 들고 찬양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전쟁은 나에게 속한 것 아니니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주를 찬양 손을 들고 찬양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전쟁은 하나님께 속한 것이니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거짓과 속임수로 가득 찬 세상에서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어디로 갈지 몰라 머뭇거리고 있네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공중의 권세 잡은 자 지금도 우리들을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실패와 절망으로 넘어뜨리려 하네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주위를 둘러보면 아무도 없는 듯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믿음의 눈을 들면 보이는 분 계시네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지금도 내 안에서 역사하고 계시는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사망과 어둠의 권세 물리치신 예수님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(1)슬픈 마음 있는 사람 예수 이름 믿으면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슬픈 마음 있는 사람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영원토록 변함없는 기쁜 마음 얻으리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예수의 이름은 세상의 소망이요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예수의 이름은 천국의 기쁨일세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(2)거룩하신 주의 이름 너의 방패 삼으라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환난 시험 당할 때에 주께 기도 드려라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예수의 이름은 세상의 소망이요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예수의 이름은 천국의 기쁨일세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(3)존귀하신 주의 이름 우리 기쁨 되도다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주의 품에 안길 때에 기뻐 찬송 부르리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예수의 이름은 세상의 소망이요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예수의 이름은 천국의 기쁨일세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(4)우리 갈 길 다 간 후에 보좌 앞에 나아가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왕의 왕께 경배하며 면류관을 드리리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예수의 이름은 세상의 소망이요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예수의 이름은 천국의 기쁨일세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_신앙고백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4059" y="432000"/>
            <a:ext cx="10944000" cy="1188000"/>
          </a:xfrm>
          <a:prstGeom prst="rect">
            <a:avLst/>
          </a:prstGeom>
          <a:noFill/>
        </p:spPr>
        <p:txBody>
          <a:bodyPr wrap="none" anchor="ctr">
            <a:normAutofit/>
          </a:bodyPr>
          <a:lstStyle/>
          <a:p>
            <a:pPr algn="ctr">
              <a:defRPr sz="3600">
                <a:solidFill>
                  <a:srgbClr val="FFFFFF"/>
                </a:solidFill>
                <a:latin typeface="다음_SemiBold"/>
              </a:defRPr>
            </a:p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_신앙고백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4059" y="432000"/>
            <a:ext cx="10944000" cy="1188000"/>
          </a:xfrm>
          <a:prstGeom prst="rect">
            <a:avLst/>
          </a:prstGeom>
          <a:noFill/>
        </p:spPr>
        <p:txBody>
          <a:bodyPr wrap="none" anchor="ctr">
            <a:normAutofit/>
          </a:bodyPr>
          <a:lstStyle/>
          <a:p>
            <a:pPr algn="ctr">
              <a:defRPr sz="3600">
                <a:solidFill>
                  <a:srgbClr val="FFFFFF"/>
                </a:solidFill>
                <a:latin typeface="다음_SemiBold"/>
              </a:defRPr>
            </a:p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(1)내 영혼이 은총 입어 중한 죄 짐 벗고 보니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내 영혼이 은총 입어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슬픔 많은 이 세상도 천국으로 화하도다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할렐루야 찬양하세 내 모든 죄 사함 받고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 예수와 동행하니 그 어디나 하늘나라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(2)주의 얼굴 뵙기 전에 멀리 뵈던 하늘나라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 맘 속에 이뤄지니 날로 날로 가깝도다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할렐루야 찬양하세 내 모든 죄 사함 받고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 예수와 동행하니 그 어디나 하늘나라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(3)높은 산이 거친 들이 초막이나 궁궐이나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 주 예수 모신 곳이 그 어디나 하늘나라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할렐루야 찬양하세 내 모든 죄 사함 받고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 예수와 동행하니 그 어디나 하늘나라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(1)태산을 넘어 험곡에 가도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태산을 넘어 험곡에 가도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빛 가운데로 걸어가면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주께서 항상 지키시기로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약속한 말씀 변치않네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하늘의 영광 하늘의 영광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나의 맘속에 차고도 넘쳐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할렐루야를 힘차게 불러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영원히 주를 찬양하리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(2)캄캄한 밤에 다닐지라도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주께서 나의 길 되시고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나에게 밝은 빛이 되시니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길 잃어버릴 염려 없네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하늘의 영광 하늘의 영광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나의 맘속에 차고도 넘쳐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할렐루야를 힘차게 불러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영원히 주를 찬양하리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(3)광명한 그 빛 마음에 받아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찬란한 천국 바라보고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할렐루야를 힘차게 불러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날마다 빛에 걸어가리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하늘의 영광 하늘의 영광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나의 맘속에 차고도 넘쳐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할렐루야를 힘차게 불러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영원히 주를 찬양하리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물이 포도주 되고 눈먼 자 눈을 뜨네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크신 내 주님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 밖에 없네 주 밖에 어둠을 비추시며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우리를 일으키네 주 밖에 없네 주 밖에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크신 내 주님 강하신 주님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그 어느 누구보다 더 높은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주는 치료자 크고 놀라운 주님 주님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크신 내 주님 강하신 주님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그 어느 누구보다 더 높은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주는 치료자 크고 놀라운 주님 주님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그 누가 멈추리요 주가 함께 하시면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그 누가 대적하리 주 함께 하시면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그 누가 멈추리요 주가 함께 하시면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그 누가 대적하리 주 함께 하시면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크신 내 주님 강하신 주님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그 어느 누구보다 더 높은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주는 치료자 크고 놀라운 주님 주님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크신 내 주님 강하신 주님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그 어느 누구보다 더 높은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주는 치료자 크고 놀라운 주님 주님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우리는 구원 받는 자들에게나 망하는 자들에게나 하나님 앞에서 그리스도의</a:t>
            </a:r>
            <a:br/>
            <a:r>
              <a:t>향기니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고후2:15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346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600">
                <a:solidFill>
                  <a:srgbClr val="FFFF00"/>
                </a:solidFill>
                <a:latin typeface="Pretendard Semibold"/>
              </a:defRPr>
            </a:pPr>
            <a:r>
              <a:t>당신은 그리스도의 향기입니다 (고린도후서 2:15)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하나님의 지혜에 있어서는 이 세상이 자기 지혜로 하나님을 알지 못하므로</a:t>
            </a:r>
            <a:br/>
            <a:r>
              <a:t>하나님께서 전도의 미련한 것으로 믿는 자들을 구원하시기를 기뻐하셨도다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고전1:21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우리는 구원 받는 자들에게나 망하는 자들에게나 하나님 앞에서 그리스도의</a:t>
            </a:r>
            <a:br/>
            <a:r>
              <a:t>향기니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고후2:15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너희는 우리로 말미암아 나타난 그리스도의 편지니 이는 먹으로 쓴 것이 아니요</a:t>
            </a:r>
            <a:br/>
            <a:r>
              <a:t>오직 살아 계신 하나님의 영으로 쓴 것이며 또 돌판에 쓴 것이 아니요 오직</a:t>
            </a:r>
            <a:br/>
            <a:r>
              <a:t>육의 마음판에 쓴 것이라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고후3:3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나의 형제 곧 골육의 친척을 위하여 내 자신이 저주를 받아 그리스도에게서</a:t>
            </a:r>
            <a:br/>
            <a:r>
              <a:t>끊어질지라도 원하는 바로라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롬9:3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그들은 이스라엘 사람이라 그들에게는 양자 됨과 영광과 언약들과 율법을 세우신</a:t>
            </a:r>
            <a:br/>
            <a:r>
              <a:t>것과 예배와 약속들이 있고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롬9:4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조상들도 그들의 것이요 육신으로 하면 그리스도가 그들에게서 나셨으니 그는</a:t>
            </a:r>
            <a:br/>
            <a:r>
              <a:t>만물 위에 계셔서 세세에 찬양을 받으실 하나님이시니라 아멘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롬9:5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그러나 하나님의 말씀이 폐하여진 것 같지 않도다 이스라엘에게서 난 그들이 다</a:t>
            </a:r>
            <a:br/>
            <a:r>
              <a:t>이스라엘이 아니요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롬9:6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또한 아브라함의 씨가 다 그의 자녀가 아니라 오직 이삭으로부터 난 자라야 네</a:t>
            </a:r>
            <a:br/>
            <a:r>
              <a:t>씨라 불리리라 하셨으니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롬9:7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곧 육신의 자녀가 하나님의 자녀가 아니요 오직 약속의 자녀가 씨로 여기심을</a:t>
            </a:r>
            <a:br/>
            <a:r>
              <a:t>받느니라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롬9:8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약속의 말씀은 이것이니 명년 이 때에 내가 이르리니 사라에게 아들이 있으리라</a:t>
            </a:r>
            <a:br/>
            <a:r>
              <a:t>하심이라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롬9:9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그뿐 아니라 또한 리브가가 우리 조상 이삭 한 사람으로 말미암아 임신하였는데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롬9:10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그 자식들이 아직 나지도 아니하고 무슨 선이나 악을 행하지 아니한 때에</a:t>
            </a:r>
            <a:br/>
            <a:r>
              <a:t>택하심을 따라 되는 하나님의 뜻이 행위로 말미암지 않고 오직 부르시는 이로</a:t>
            </a:r>
            <a:br/>
            <a:r>
              <a:t>말미암아 서게 하려 하사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롬9:11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리브가에게 이르시되 큰 자가 어린 자를 섬기리라 하셨나니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롬9:12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기록된 바 내가 야곱은 사랑하고 에서는 미워하였다 하심과 같으니라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롬9:13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그런즉 우리가 무슨 말을 하리요 하나님께 불의가 있느냐 그럴 수 없느니라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롬9:14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모세에게 이르시되 내가 긍휼히 여길 자를 긍휼히 여기고 불쌍히 여길 자를</a:t>
            </a:r>
            <a:br/>
            <a:r>
              <a:t>불쌍히 여기리라 하셨으니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롬9:15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그런즉 원하는 자로 말미암음도 아니요 달음박질하는 자로 말미암음도 아니요</a:t>
            </a:r>
            <a:br/>
            <a:r>
              <a:t>오직 긍휼히 여기시는 하나님으로 말미암음이니라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롬9:16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성경이 바로에게 이르시되 내가 이 일을 위하여 너를 세웠으니 곧 너로</a:t>
            </a:r>
            <a:br/>
            <a:r>
              <a:t>말미암아 내 능력을 보이고 내 이름이 온 땅에 전파되게 하려 함이라 하셨으니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롬9:17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그런즉 하나님께서 하고자 하시는 자를 긍휼히 여기시고 하고자 하시는 자를</a:t>
            </a:r>
            <a:br/>
            <a:r>
              <a:t>완악하게 하시느니라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롬9:18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혹 네가 내게 말하기를 그러면 하나님이 어찌하여 허물하시느냐 누가 그 뜻을</a:t>
            </a:r>
            <a:br/>
            <a:r>
              <a:t>대적하느냐 하리니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롬9:19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이 사람아 네가 누구이기에 감히 하나님께 반문하느냐 지음을 받은 물건이 지은</a:t>
            </a:r>
            <a:br/>
            <a:r>
              <a:t>자에게 어찌 나를 이같이 만들었느냐 말하겠느냐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롬9:20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토기장이가 진흙 한 덩이로 하나는 귀히 쓸 그릇을, 하나는 천히 쓸 그릇을</a:t>
            </a:r>
            <a:br/>
            <a:r>
              <a:t>만들 권한이 없느냐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롬9:21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만일 하나님이 그의 진노를 보이시고 그의 능력을 알게 하고자 하사 멸하기로</a:t>
            </a:r>
            <a:br/>
            <a:r>
              <a:t>준비된 진노의 그릇을 오래 참으심으로 관용하시고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롬9:22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또한 영광 받기로 예비하신 바 긍휼의 그릇에 대하여 그 영광의 풍성함을 알게</a:t>
            </a:r>
            <a:br/>
            <a:r>
              <a:t>하고자 하셨을지라도 무슨 말을 하리요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롬9:23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이 그릇은 우리니 곧 유대인 중에서뿐 아니라 이방인 중에서도 부르신 자니라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롬9:24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호세아의 글에도 이르기를 내가 내 백성 아닌 자를 내 백성이라, 사랑하지</a:t>
            </a:r>
            <a:br/>
            <a:r>
              <a:t>아니한 자를 사랑한 자라 부르리라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롬9:25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너희는 내 백성이 아니라 한 그 곳에서 그들이 살아 계신 하나님의 아들이라</a:t>
            </a:r>
            <a:br/>
            <a:r>
              <a:t>일컬음을 받으리라 함과 같으니라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롬9:26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또 이사야가 이스라엘에 관하여 외치되 이스라엘 자손들의 수가 비록 바다의</a:t>
            </a:r>
            <a:br/>
            <a:r>
              <a:t>모래 같을지라도 남은 자만 구원을 받으리니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롬9:27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주께서 땅 위에서 그 말씀을 이루고 속히 시행하시리라 하셨느니라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롬9:28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또한 이사야가 미리 말한 바 만일 만군의 주께서 우리에게 씨를 남겨 두지</a:t>
            </a:r>
            <a:br/>
            <a:r>
              <a:t>아니하셨더라면 우리가 소돔과 같이 되고 고모라와 같았으리로다 함과 같으니라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롬9:29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그런즉 우리가 무슨 말을 하리요 의를 따르지 아니한 이방인들이 의를 얻었으니</a:t>
            </a:r>
            <a:br/>
            <a:r>
              <a:t>곧 믿음에서 난 의요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롬9:30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의의 법을 따라간 이스라엘은 율법에 이르지 못하였으니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롬9:31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어찌 그러하냐 이는 그들이 믿음을 의지하지 않고 행위를 의지함이라 부딪칠</a:t>
            </a:r>
            <a:br/>
            <a:r>
              <a:t>돌에 부딪쳤느니라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롬9:32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기록된 바 보라 내가 걸림돌과 거치는 바위를 시온에 두노니 그를 믿는 자는</a:t>
            </a:r>
            <a:br/>
            <a:r>
              <a:t>부끄러움을 당하지 아니하리라 함과 같으니라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롬9:33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형제들아 내 마음에 원하는 바와 하나님께 구하는 바는 이스라엘을 위함이니 곧</a:t>
            </a:r>
            <a:br/>
            <a:r>
              <a:t>그들로 구원을 받게 함이라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롬10:1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내가 증언하노니 그들이 하나님께 열심이 있으나 올바른 지식을 따른 것이</a:t>
            </a:r>
            <a:br/>
            <a:r>
              <a:t>아니니라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롬10:2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하나님의 의를 모르고 자기 의를 세우려고 힘써 하나님의 의에 복종하지</a:t>
            </a:r>
            <a:br/>
            <a:r>
              <a:t>아니하였느니라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롬10:3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그리스도는 모든 믿는 자에게 의를 이루기 위하여 율법의 마침이 되시니라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롬10:4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모세가 기록하되 율법으로 말미암는 의를 행하는 사람은 그 의로 살리라</a:t>
            </a:r>
            <a:br/>
            <a:r>
              <a:t>하였거니와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롬10:5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믿음으로 말미암는 의는 이같이 말하되 네 마음에 누가 하늘에 올라가겠느냐</a:t>
            </a:r>
            <a:br/>
            <a:r>
              <a:t>하지 말라 하니 올라가겠느냐 함은 그리스도를 모셔 내리려는 것이요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롬10:6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혹은 누가 무저갱에 내려가겠느냐 하지 말라 하니 내려가겠느냐 함은 그리스도를</a:t>
            </a:r>
            <a:br/>
            <a:r>
              <a:t>죽은 자 가운데서 모셔 올리려는 것이라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롬10:7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그러면 무엇을 말하느냐 말씀이 네게 가까워 네 입에 있으며 네 마음에 있다</a:t>
            </a:r>
            <a:br/>
            <a:r>
              <a:t>하였으니 곧 우리가 전파하는 믿음의 말씀이라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롬10:8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네가 만일 네 입으로 예수를 주로 시인하며 또 하나님께서 그를 죽은 자</a:t>
            </a:r>
            <a:br/>
            <a:r>
              <a:t>가운데서 살리신 것을 네 마음에 믿으면 구원을 받으리라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롬10:9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사람이 마음으로 믿어 의에 이르고 입으로 시인하여 구원에 이르느니라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롬10:10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성경에 이르되 누구든지 그를 믿는 자는 부끄러움을 당하지 아니하리라 하니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롬10:11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유대인이나 헬라인이나 차별이 없음이라 한 분이신 주께서 모든 사람의 주가</a:t>
            </a:r>
            <a:br/>
            <a:r>
              <a:t>되사 그를 부르는 모든 사람에게 부요하시도다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롬10:12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누구든지 주의 이름을 부르는 자는 구원을 받으리라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롬10:13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그런즉 그들이 믿지 아니하는 이를 어찌 부르리요 듣지도 못한 이를 어찌</a:t>
            </a:r>
            <a:br/>
            <a:r>
              <a:t>믿으리요 전파하는 자가 없이 어찌 들으리요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롬10:14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보내심을 받지 아니하였으면 어찌 전파하리요 기록된 바 아름답도다 좋은 소식을</a:t>
            </a:r>
            <a:br/>
            <a:r>
              <a:t>전하는 자들의 발이여 함과 같으니라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롬10:15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그러나 그들이 다 복음을 순종하지 아니하였도다 이사야가 이르되 주여 우리가</a:t>
            </a:r>
            <a:br/>
            <a:r>
              <a:t>전한 것을 누가 믿었나이까 하였으니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롬10:16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그러므로 믿음은 들음에서 나며 들음은 그리스도의 말씀으로 말미암았느니라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롬10:17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그러나 내가 말하노니 그들이 듣지 아니하였느냐 그렇지 아니하니 그 소리가 온</a:t>
            </a:r>
            <a:br/>
            <a:r>
              <a:t>땅에 퍼졌고 그 말씀이 땅 끝까지 이르렀도다 하였느니라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롬10:18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그러나 내가 말하노니 이스라엘이 알지 못하였느냐 먼저 모세가 이르되 내가</a:t>
            </a:r>
            <a:br/>
            <a:r>
              <a:t>백성 아닌 자로써 너희를 시기하게 하며 미련한 백성으로써 너희를 노엽게</a:t>
            </a:r>
            <a:br/>
            <a:r>
              <a:t>하리라 하였고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롬10:19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이사야는 매우 담대하여 내가 나를 찾지 아니한 자들에게 찾은 바 되고 내게</a:t>
            </a:r>
            <a:br/>
            <a:r>
              <a:t>묻지 아니한 자들에게 나타났노라 말하였고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롬10:20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이스라엘에 대하여 이르되 순종하지 아니하고 거슬러 말하는 백성에게 내가 종일</a:t>
            </a:r>
            <a:br/>
            <a:r>
              <a:t>내 손을 벌렸노라 하였느니라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롬10:21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그러므로 내가 말하노니 하나님이 자기 백성을 버리셨느냐 그럴 수 없느니라</a:t>
            </a:r>
            <a:br/>
            <a:r>
              <a:t>나도 이스라엘인이요 아브라함의 씨에서 난 자요 베냐민 지파라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롬11:1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하나님이 그 미리 아신 자기 백성을 버리지 아니하셨나니 너희가 성경이</a:t>
            </a:r>
            <a:br/>
            <a:r>
              <a:t>엘리야를 가리켜 말한 것을 알지 못하느냐 그가 이스라엘을 하나님께 고발하되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롬11:2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주여 그들이 주의 선지자들을 죽였으며 주의 제단들을 헐어 버렸고 나만</a:t>
            </a:r>
            <a:br/>
            <a:r>
              <a:t>남았는데 내 목숨도 찾나이다 하니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롬11:3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그에게 하신 대답이 무엇이냐 내가 나를 위하여 바알에게 무릎을 꿇지 아니한</a:t>
            </a:r>
            <a:br/>
            <a:r>
              <a:t>사람 칠천 명을 남겨 두었다 하셨으니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롬11:4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그런즉 이와 같이 지금도 은혜로 택하심을 따라 남은 자가 있느니라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롬11:5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만일 은혜로 된 것이면 행위로 말미암지 않음이니 그렇지 않으면 은혜가 은혜</a:t>
            </a:r>
            <a:br/>
            <a:r>
              <a:t>되지 못하느니라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롬11:6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그런즉 어떠하냐 이스라엘이 구하는 그것을 얻지 못하고 오직 택하심을 입은</a:t>
            </a:r>
            <a:br/>
            <a:r>
              <a:t>자가 얻었고 그 남은 자들은 우둔하여졌느니라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롬11:7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기록된 바 하나님이 오늘까지 그들에게 혼미한 심령과 보지 못할 눈과 듣지</a:t>
            </a:r>
            <a:br/>
            <a:r>
              <a:t>못할 귀를 주셨다 함과 같으니라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롬11:8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또 다윗이 이르되 그들의 밥상이 올무와 덫과 거치는 것과 보응이 되게</a:t>
            </a:r>
            <a:br/>
            <a:r>
              <a:t>하시옵고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롬11:9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그들의 눈은 흐려 보지 못하고 그들의 등은 항상 굽게 하옵소서 하였느니라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롬11:10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그러므로 내가 말하노니 그들이 넘어지기까지 실족하였느냐 그럴 수 없느니라</a:t>
            </a:r>
            <a:br/>
            <a:r>
              <a:t>그들이 넘어짐으로 구원이 이방인에게 이르러 이스라엘로 시기나게 함이니라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롬11:11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그들의 넘어짐이 세상의 풍성함이 되며 그들의 실패가 이방인의 풍성함이 되거든</a:t>
            </a:r>
            <a:br/>
            <a:r>
              <a:t>하물며 그들의 충만함이리요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롬11:12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내가 이방인인 너희에게 말하노라 내가 이방인의 사도인 만큼 내 직분을</a:t>
            </a:r>
            <a:br/>
            <a:r>
              <a:t>영광스럽게 여기노니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롬11:13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이는 혹 내 골육을 아무쪼록 시기하게 하여 그들 중에서 얼마를 구원하려</a:t>
            </a:r>
            <a:br/>
            <a:r>
              <a:t>함이라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롬11:14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그들을 버리는 것이 세상의 화목이 되거든 그 받아들이는 것이 죽은 자</a:t>
            </a:r>
            <a:br/>
            <a:r>
              <a:t>가운데서 살아나는 것이 아니면 무엇이리요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롬11:15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제사하는 처음 익은 곡식 가루가 거룩한즉 떡덩이도 그러하고 뿌리가 거룩한즉</a:t>
            </a:r>
            <a:br/>
            <a:r>
              <a:t>가지도 그러하니라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롬11:16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또한 가지 얼마가 꺾이었는데 돌감람나무인 네가 그들 중에 접붙임이 되어</a:t>
            </a:r>
            <a:br/>
            <a:r>
              <a:t>참감람나무 뿌리의 진액을 함께 받는 자가 되었은즉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롬11:17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그 가지들을 향하여 자랑하지 말라 자랑할지라도 네가 뿌리를 보전하는 것이</a:t>
            </a:r>
            <a:br/>
            <a:r>
              <a:t>아니요 뿌리가 너를 보전하는 것이니라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롬11:18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그러면 네 말이 가지들이 꺾인 것은 나로 접붙임을 받게 하려 함이라 하리니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롬11:19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옳도다 그들은 믿지 아니하므로 꺾이고 너는 믿으므로 섰느니라 높은 마음을</a:t>
            </a:r>
            <a:br/>
            <a:r>
              <a:t>품지 말고 도리어 두려워하라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롬11:20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하나님이 원 가지들도 아끼지 아니하셨은즉 너도 아끼지 아니하시리라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롬11:21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그러므로 하나님의 인자하심과 준엄하심을 보라 넘어지는 자들에게는 준엄하심이</a:t>
            </a:r>
            <a:br/>
            <a:r>
              <a:t>있으니 너희가 만일 하나님의 인자하심에 머물러 있으면 그 인자가 너희에게</a:t>
            </a:r>
            <a:br/>
            <a:r>
              <a:t>있으리라 그렇지 않으면 너도 찍히는 바 되리라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롬11:22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그들도 믿지 아니하는 데 머무르지 아니하면 접붙임을 받으리니 이는 그들을</a:t>
            </a:r>
            <a:br/>
            <a:r>
              <a:t>접붙이실 능력이 하나님께 있음이라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롬11:23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네가 원 돌감람나무에서 찍힘을 받고 본성을 거슬러 좋은 감람나무에 접붙임을</a:t>
            </a:r>
            <a:br/>
            <a:r>
              <a:t>받았으니 원 가지인 이 사람들이야 얼마나 더 자기 감람나무에 접붙이심을</a:t>
            </a:r>
            <a:br/>
            <a:r>
              <a:t>받으랴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롬11:24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형제들아 너희가 스스로 지혜 있다 하면서 이 신비를 너희가 모르기를 내가</a:t>
            </a:r>
            <a:br/>
            <a:r>
              <a:t>원하지 아니하노니 이 신비는 이방인의 충만한 수가 들어오기까지 이스라엘의</a:t>
            </a:r>
            <a:br/>
            <a:r>
              <a:t>더러는 우둔하게 된 것이라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롬11:25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그리하여 온 이스라엘이 구원을 받으리라 기록된 바 구원자가 시온에서 오사</a:t>
            </a:r>
            <a:br/>
            <a:r>
              <a:t>야곱에게서 경건하지 않은 것을 돌이키시겠고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롬11:26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내가 그들의 죄를 없이 할 때에 그들에게 이루어질 내 언약이 이것이라 함과</a:t>
            </a:r>
            <a:br/>
            <a:r>
              <a:t>같으니라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롬11:27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복음으로 하면 그들이 너희로 말미암아 원수 된 자요 택하심으로 하면 조상들로</a:t>
            </a:r>
            <a:br/>
            <a:r>
              <a:t>말미암아 사랑을 입은 자라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롬11:28</a:t>
            </a: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하나님의 은사와 부르심에는 후회하심이 없느니라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롬11:29</a:t>
            </a: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너희가 전에는 하나님께 순종하지 아니하더니 이스라엘이 순종하지 아니함으로</a:t>
            </a:r>
            <a:br/>
            <a:r>
              <a:t>이제 긍휼을 입었는지라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롬11:30</a:t>
            </a: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이와 같이 이 사람들이 순종하지 아니하니 이는 너희에게 베푸시는 긍휼로 이제</a:t>
            </a:r>
            <a:br/>
            <a:r>
              <a:t>그들도 긍휼을 얻게 하려 하심이라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롬11:31</a:t>
            </a: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하나님이 모든 사람을 순종하지 아니하는 가운데 가두어 두심은 모든 사람에게</a:t>
            </a:r>
            <a:br/>
            <a:r>
              <a:t>긍휼을 베풀려 하심이로다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롬11:32</a:t>
            </a: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깊도다 하나님의 지혜와 지식의 풍성함이여, 그의 판단은 헤아리지 못할 것이며</a:t>
            </a:r>
            <a:br/>
            <a:r>
              <a:t>그의 길은 찾지 못할 것이로다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롬11:33</a:t>
            </a: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누가 주의 마음을 알았느냐 누가 그의 모사가 되었느냐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롬11:34</a:t>
            </a: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누가 주께 먼저 드려서 갚으심을 받겠느냐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롬11:35</a:t>
            </a: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이는 만물이 주에게서 나오고 주로 말미암고 주에게로 돌아감이라 그에게 영광이</a:t>
            </a:r>
            <a:br/>
            <a:r>
              <a:t>세세에 있을지어다 아멘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롬11:36</a:t>
            </a: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그러므로 형제들아 내가 하나님의 모든 자비하심으로 너희를 권하노니 너희 몸을</a:t>
            </a:r>
            <a:br/>
            <a:r>
              <a:t>하나님이 기뻐하시는 거룩한 산 제물로 드리라 이는 너희가 드릴 영적 예배니라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롬12:1</a:t>
            </a: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너희는 이 세대를 본받지 말고 오직 마음을 새롭게 함으로 변화를 받아</a:t>
            </a:r>
            <a:br/>
            <a:r>
              <a:t>하나님의 선하시고 기뻐하시고 온전하신 뜻이 무엇인지 분별하도록 하라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롬12:2</a:t>
            </a: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내게 주신 은혜로 말미암아 너희 각 사람에게 말하노니 마땅히 생각할 그</a:t>
            </a:r>
            <a:br/>
            <a:r>
              <a:t>이상의 생각을 품지 말고 오직 하나님께서 각 사람에게 나누어 주신 믿음의</a:t>
            </a:r>
            <a:br/>
            <a:r>
              <a:t>분량대로 지혜롭게 생각하라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롬12:3</a:t>
            </a: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우리가 한 몸에 많은 지체를 가졌으나 모든 지체가 같은 기능을 가진 것이</a:t>
            </a:r>
            <a:br/>
            <a:r>
              <a:t>아니니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롬12:4</a:t>
            </a: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이와 같이 우리 많은 사람이 그리스도 안에서 한 몸이 되어 서로 지체가</a:t>
            </a:r>
            <a:br/>
            <a:r>
              <a:t>되었느니라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롬12:5</a:t>
            </a: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우리에게 주신 은혜대로 받은 은사가 각각 다르니 혹 예언이면 믿음의</a:t>
            </a:r>
            <a:br/>
            <a:r>
              <a:t>분수대로,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롬12:6</a:t>
            </a: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혹 섬기는 일이면 섬기는 일로, 혹 가르치는 자면 가르치는 일로,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롬12:7</a:t>
            </a: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혹 위로하는 자면 위로하는 일로, 구제하는 자는 성실함으로, 다스리는 자는</a:t>
            </a:r>
            <a:br/>
            <a:r>
              <a:t>부지런함으로, 긍휼을 베푸는 자는 즐거움으로 할 것이니라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롬12:8</a:t>
            </a:r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사랑에는 거짓이 없나니 악을 미워하고 선에 속하라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롬12:9</a:t>
            </a:r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형제를 사랑하여 서로 우애하고 존경하기를 서로 먼저 하며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롬12:10</a:t>
            </a:r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부지런하여 게으르지 말고 열심을 품고 주를 섬기라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롬12:11</a:t>
            </a:r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소망 중에 즐거워하며 환난 중에 참으며 기도에 항상 힘쓰며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롬12:12</a:t>
            </a:r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성도들의 쓸 것을 공급하며 손 대접하기를 힘쓰라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롬12:13</a:t>
            </a:r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너희를 박해하는 자를 축복하라 축복하고 저주하지 말라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롬12:14</a:t>
            </a:r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즐거워하는 자들과 함께 즐거워하고 우는 자들과 함께 울라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롬12:15</a:t>
            </a:r>
          </a:p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서로 마음을 같이하며 높은 데 마음을 두지 말고 도리어 낮은 데 처하며</a:t>
            </a:r>
            <a:br/>
            <a:r>
              <a:t>스스로 지혜 있는 체 하지 말라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롬12:16</a:t>
            </a:r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아무에게도 악을 악으로 갚지 말고 모든 사람 앞에서 선한 일을 도모하라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롬12:17</a:t>
            </a:r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할 수 있거든 너희로서는 모든 사람과 더불어 화목하라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롬12:18</a:t>
            </a:r>
          </a:p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내 사랑하는 자들아 너희가 친히 원수를 갚지 말고 하나님의 진노하심에 맡기라</a:t>
            </a:r>
            <a:br/>
            <a:r>
              <a:t>기록되었으되 원수 갚는 것이 내게 있으니 내가 갚으리라고 주께서 말씀하시니라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롬12:19</a:t>
            </a:r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네 원수가 주리거든 먹이고 목마르거든 마시게 하라 그리함으로 네가 숯불을 그</a:t>
            </a:r>
            <a:br/>
            <a:r>
              <a:t>머리에 쌓아 놓으리라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롬12:20</a:t>
            </a:r>
          </a:p>
        </p:txBody>
      </p:sp>
    </p:spTree>
  </p:cSld>
  <p:clrMapOvr>
    <a:masterClrMapping/>
  </p:clrMapOvr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악에게 지지 말고 선으로 악을 이기라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롬12:21</a:t>
            </a:r>
          </a:p>
        </p:txBody>
      </p:sp>
    </p:spTree>
  </p:cSld>
  <p:clrMapOvr>
    <a:masterClrMapping/>
  </p:clrMapOvr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각 사람은 위에 있는 권세들에게 복종하라 권세는 하나님으로부터 나지 않음이</a:t>
            </a:r>
            <a:br/>
            <a:r>
              <a:t>없나니 모든 권세는 다 하나님께서 정하신 바라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롬13:1</a:t>
            </a:r>
          </a:p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그러므로 권세를 거스르는 자는 하나님의 명을 거스름이니 거스르는 자들은</a:t>
            </a:r>
            <a:br/>
            <a:r>
              <a:t>심판을 자취하리라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롬13:2</a:t>
            </a:r>
          </a:p>
        </p:txBody>
      </p:sp>
    </p:spTree>
  </p:cSld>
  <p:clrMapOvr>
    <a:masterClrMapping/>
  </p:clrMapOvr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다스리는 자들은 선한 일에 대하여 두려움이 되지 않고 악한 일에 대하여</a:t>
            </a:r>
            <a:br/>
            <a:r>
              <a:t>되나니 네가 권세를 두려워하지 아니하려느냐 선을 행하라 그리하면 그에게</a:t>
            </a:r>
            <a:br/>
            <a:r>
              <a:t>칭찬을 받으리라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롬13:3</a:t>
            </a:r>
          </a:p>
        </p:txBody>
      </p:sp>
    </p:spTree>
  </p:cSld>
  <p:clrMapOvr>
    <a:masterClrMapping/>
  </p:clrMapOvr>
</p:sld>
</file>

<file path=ppt/slides/slide2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그는 하나님의 사역자가 되어 네게 선을 베푸는 자니라 그러나 네가 악을</a:t>
            </a:r>
            <a:br/>
            <a:r>
              <a:t>행하거든 두려워하라 그가 공연히 칼을 가지지 아니하였으니 곧 하나님의</a:t>
            </a:r>
            <a:br/>
            <a:r>
              <a:t>사역자가 되어 악을 행하는 자에게 진노하심을 따라 보응하는 자니라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롬13:4</a:t>
            </a:r>
          </a:p>
        </p:txBody>
      </p:sp>
    </p:spTree>
  </p:cSld>
  <p:clrMapOvr>
    <a:masterClrMapping/>
  </p:clrMapOvr>
</p:sld>
</file>

<file path=ppt/slides/slide2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그러므로 복종하지 아니할 수 없으니 진노 때문에 할 것이 아니라 양심을 따라</a:t>
            </a:r>
            <a:br/>
            <a:r>
              <a:t>할 것이라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롬13:5</a:t>
            </a:r>
          </a:p>
        </p:txBody>
      </p:sp>
    </p:spTree>
  </p:cSld>
  <p:clrMapOvr>
    <a:masterClrMapping/>
  </p:clrMapOvr>
</p:sld>
</file>

<file path=ppt/slides/slide2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너희가 조세를 바치는 것도 이로 말미암음이라 그들이 하나님의 일꾼이 되어</a:t>
            </a:r>
            <a:br/>
            <a:r>
              <a:t>바로 이 일에 항상 힘쓰느니라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롬13:6</a:t>
            </a:r>
          </a:p>
        </p:txBody>
      </p:sp>
    </p:spTree>
  </p:cSld>
  <p:clrMapOvr>
    <a:masterClrMapping/>
  </p:clrMapOvr>
</p:sld>
</file>

<file path=ppt/slides/slide2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모든 자에게 줄 것을 주되 조세를 받을 자에게 조세를 바치고 관세를 받을</a:t>
            </a:r>
            <a:br/>
            <a:r>
              <a:t>자에게 관세를 바치고 두려워할 자를 두려워하며 존경할 자를 존경하라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롬13:7</a:t>
            </a:r>
          </a:p>
        </p:txBody>
      </p:sp>
    </p:spTree>
  </p:cSld>
  <p:clrMapOvr>
    <a:masterClrMapping/>
  </p:clrMapOvr>
</p:sld>
</file>

<file path=ppt/slides/slide2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피차 사랑의 빚 외에는 아무에게든지 아무 빚도 지지 말라 남을 사랑하는 자는</a:t>
            </a:r>
            <a:br/>
            <a:r>
              <a:t>율법을 다 이루었느니라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롬13:8</a:t>
            </a:r>
          </a:p>
        </p:txBody>
      </p:sp>
    </p:spTree>
  </p:cSld>
  <p:clrMapOvr>
    <a:masterClrMapping/>
  </p:clrMapOvr>
</p:sld>
</file>

<file path=ppt/slides/slide2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간음하지 말라, 살인하지 말라, 도둑질하지 말라, 탐내지 말라 한 것과 그</a:t>
            </a:r>
            <a:br/>
            <a:r>
              <a:t>외에 다른 계명이 있을지라도 네 이웃을 네 자신과 같이 사랑하라 하신 그</a:t>
            </a:r>
            <a:br/>
            <a:r>
              <a:t>말씀 가운데 다 들었느니라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롬13:9</a:t>
            </a:r>
          </a:p>
        </p:txBody>
      </p:sp>
    </p:spTree>
  </p:cSld>
  <p:clrMapOvr>
    <a:masterClrMapping/>
  </p:clrMapOvr>
</p:sld>
</file>

<file path=ppt/slides/slide2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사랑은 이웃에게 악을 행하지 아니하나니 그러므로 사랑은 율법의 완성이니라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롬13:10</a:t>
            </a:r>
          </a:p>
        </p:txBody>
      </p:sp>
    </p:spTree>
  </p:cSld>
  <p:clrMapOvr>
    <a:masterClrMapping/>
  </p:clrMapOvr>
</p:sld>
</file>

<file path=ppt/slides/slide2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또한 너희가 이 시기를 알거니와 자다가 깰 때가 벌써 되었으니 이는 이제</a:t>
            </a:r>
            <a:br/>
            <a:r>
              <a:t>우리의 구원이 처음 믿을 때보다 가까웠음이라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롬13:11</a:t>
            </a:r>
          </a:p>
        </p:txBody>
      </p:sp>
    </p:spTree>
  </p:cSld>
  <p:clrMapOvr>
    <a:masterClrMapping/>
  </p:clrMapOvr>
</p:sld>
</file>

<file path=ppt/slides/slide2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밤이 깊고 낮이 가까웠으니 그러므로 우리가 어둠의 일을 벗고 빛의 갑옷을</a:t>
            </a:r>
            <a:br/>
            <a:r>
              <a:t>입자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롬13:12</a:t>
            </a:r>
          </a:p>
        </p:txBody>
      </p:sp>
    </p:spTree>
  </p:cSld>
  <p:clrMapOvr>
    <a:masterClrMapping/>
  </p:clrMapOvr>
</p:sld>
</file>

<file path=ppt/slides/slide2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낮에와 같이 단정히 행하고 방탕하거나 술 취하지 말며 음란하거나 호색하지</a:t>
            </a:r>
            <a:br/>
            <a:r>
              <a:t>말며 다투거나 시기하지 말고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롬13:13</a:t>
            </a:r>
          </a:p>
        </p:txBody>
      </p:sp>
    </p:spTree>
  </p:cSld>
  <p:clrMapOvr>
    <a:masterClrMapping/>
  </p:clrMapOvr>
</p:sld>
</file>

<file path=ppt/slides/slide2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오직 주 예수 그리스도로 옷 입고 정욕을 위하여 육신의 일을 도모하지 말라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롬13:14</a:t>
            </a:r>
          </a:p>
        </p:txBody>
      </p:sp>
    </p:spTree>
  </p:cSld>
  <p:clrMapOvr>
    <a:masterClrMapping/>
  </p:clrMapOvr>
</p:sld>
</file>

<file path=ppt/slides/slide2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믿음이 연약한 자를 너희가 받되 그의 의견을 비판하지 말라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롬14:1</a:t>
            </a:r>
          </a:p>
        </p:txBody>
      </p:sp>
    </p:spTree>
  </p:cSld>
  <p:clrMapOvr>
    <a:masterClrMapping/>
  </p:clrMapOvr>
</p:sld>
</file>

<file path=ppt/slides/slide2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어떤 사람은 모든 것을 먹을 만한 믿음이 있고 믿음이 연약한 자는 채소만</a:t>
            </a:r>
            <a:br/>
            <a:r>
              <a:t>먹느니라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롬14:2</a:t>
            </a:r>
          </a:p>
        </p:txBody>
      </p:sp>
    </p:spTree>
  </p:cSld>
  <p:clrMapOvr>
    <a:masterClrMapping/>
  </p:clrMapOvr>
</p:sld>
</file>

<file path=ppt/slides/slide2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먹는 자는 먹지 않는 자를 업신여기지 말고 먹지 않는 자는 먹는 자를</a:t>
            </a:r>
            <a:br/>
            <a:r>
              <a:t>비판하지 말라 이는 하나님이 그를 받으셨음이라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롬14:3</a:t>
            </a:r>
          </a:p>
        </p:txBody>
      </p:sp>
    </p:spTree>
  </p:cSld>
  <p:clrMapOvr>
    <a:masterClrMapping/>
  </p:clrMapOvr>
</p:sld>
</file>

<file path=ppt/slides/slide2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남의 하인을 비판하는 너는 누구냐 그가 서 있는 것이나 넘어지는 것이 자기</a:t>
            </a:r>
            <a:br/>
            <a:r>
              <a:t>주인에게 있으매 그가 세움을 받으리니 이는 그를 세우시는 권능이 주께</a:t>
            </a:r>
            <a:br/>
            <a:r>
              <a:t>있음이라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롬14:4</a:t>
            </a:r>
          </a:p>
        </p:txBody>
      </p:sp>
    </p:spTree>
  </p:cSld>
  <p:clrMapOvr>
    <a:masterClrMapping/>
  </p:clrMapOvr>
</p:sld>
</file>

<file path=ppt/slides/slide2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어떤 사람은 이 날을 저 날보다 낫게 여기고 어떤 사람은 모든 날을 같게</a:t>
            </a:r>
            <a:br/>
            <a:r>
              <a:t>여기나니 각각 자기 마음으로 확정할지니라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롬14:5</a:t>
            </a:r>
          </a:p>
        </p:txBody>
      </p:sp>
    </p:spTree>
  </p:cSld>
  <p:clrMapOvr>
    <a:masterClrMapping/>
  </p:clrMapOvr>
</p:sld>
</file>

<file path=ppt/slides/slide2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날을 중히 여기는 자도 주를 위하여 중히 여기고 먹는 자도 주를 위하여</a:t>
            </a:r>
            <a:br/>
            <a:r>
              <a:t>먹으니 이는 하나님께 감사함이요 먹지 않는 자도 주를 위하여 먹지 아니하며</a:t>
            </a:r>
            <a:br/>
            <a:r>
              <a:t>하나님께 감사하느니라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롬14:6</a:t>
            </a:r>
          </a:p>
        </p:txBody>
      </p:sp>
    </p:spTree>
  </p:cSld>
  <p:clrMapOvr>
    <a:masterClrMapping/>
  </p:clrMapOvr>
</p:sld>
</file>

<file path=ppt/slides/slide2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우리 중에 누구든지 자기를 위하여 사는 자가 없고 자기를 위하여 죽는 자도</a:t>
            </a:r>
            <a:br/>
            <a:r>
              <a:t>없도다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롬14:7</a:t>
            </a:r>
          </a:p>
        </p:txBody>
      </p:sp>
    </p:spTree>
  </p:cSld>
  <p:clrMapOvr>
    <a:masterClrMapping/>
  </p:clrMapOvr>
</p:sld>
</file>

<file path=ppt/slides/slide2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우리가 살아도 주를 위하여 살고 죽어도 주를 위하여 죽나니 그러므로 사나</a:t>
            </a:r>
            <a:br/>
            <a:r>
              <a:t>죽으나 우리가 주의 것이로다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롬14:8</a:t>
            </a:r>
          </a:p>
        </p:txBody>
      </p:sp>
    </p:spTree>
  </p:cSld>
  <p:clrMapOvr>
    <a:masterClrMapping/>
  </p:clrMapOvr>
</p:sld>
</file>

<file path=ppt/slides/slide2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이를 위하여 그리스도께서 죽었다가 다시 살아나셨으니 곧 죽은 자와 산 자의</a:t>
            </a:r>
            <a:br/>
            <a:r>
              <a:t>주가 되려 하심이라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롬14:9</a:t>
            </a:r>
          </a:p>
        </p:txBody>
      </p:sp>
    </p:spTree>
  </p:cSld>
  <p:clrMapOvr>
    <a:masterClrMapping/>
  </p:clrMapOvr>
</p:sld>
</file>

<file path=ppt/slides/slide2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네가 어찌하여 네 형제를 비판하느냐 어찌하여 네 형제를 업신여기느냐 우리가</a:t>
            </a:r>
            <a:br/>
            <a:r>
              <a:t>다 하나님의 심판대 앞에 서리라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롬14:10</a:t>
            </a:r>
          </a:p>
        </p:txBody>
      </p:sp>
    </p:spTree>
  </p:cSld>
  <p:clrMapOvr>
    <a:masterClrMapping/>
  </p:clrMapOvr>
</p:sld>
</file>

<file path=ppt/slides/slide2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기록되었으되 주께서 이르시되 내가 살았노니 모든 무릎이 내게 꿇을 것이요</a:t>
            </a:r>
            <a:br/>
            <a:r>
              <a:t>모든 혀가 하나님께 자백하리라 하였느니라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롬14:11</a:t>
            </a:r>
          </a:p>
        </p:txBody>
      </p:sp>
    </p:spTree>
  </p:cSld>
  <p:clrMapOvr>
    <a:masterClrMapping/>
  </p:clrMapOvr>
</p:sld>
</file>

<file path=ppt/slides/slide2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이러므로 우리 각 사람이 자기 일을 하나님께 직고하리라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롬14:12</a:t>
            </a:r>
          </a:p>
        </p:txBody>
      </p:sp>
    </p:spTree>
  </p:cSld>
  <p:clrMapOvr>
    <a:masterClrMapping/>
  </p:clrMapOvr>
</p:sld>
</file>

<file path=ppt/slides/slide2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그런즉 우리가 다시는 서로 비판하지 말고 도리어 부딪칠 것이나 거칠 것을</a:t>
            </a:r>
            <a:br/>
            <a:r>
              <a:t>형제 앞에 두지 아니하도록 주의하라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롬14:13</a:t>
            </a:r>
          </a:p>
        </p:txBody>
      </p:sp>
    </p:spTree>
  </p:cSld>
  <p:clrMapOvr>
    <a:masterClrMapping/>
  </p:clrMapOvr>
</p:sld>
</file>

<file path=ppt/slides/slide2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내가 주 예수 안에서 알고 확신하노니 무엇이든지 스스로 속된 것이 없으되</a:t>
            </a:r>
            <a:br/>
            <a:r>
              <a:t>다만 속되게 여기는 그 사람에게는 속되니라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롬14:14</a:t>
            </a:r>
          </a:p>
        </p:txBody>
      </p:sp>
    </p:spTree>
  </p:cSld>
  <p:clrMapOvr>
    <a:masterClrMapping/>
  </p:clrMapOvr>
</p:sld>
</file>

<file path=ppt/slides/slide2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만일 음식으로 말미암아 네 형제가 근심하게 되면 이는 네가 사랑으로 행하지</a:t>
            </a:r>
            <a:br/>
            <a:r>
              <a:t>아니함이라 그리스도께서 대신하여 죽으신 형제를 네 음식으로 망하게 하지 말라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롬14:15</a:t>
            </a:r>
          </a:p>
        </p:txBody>
      </p:sp>
    </p:spTree>
  </p:cSld>
  <p:clrMapOvr>
    <a:masterClrMapping/>
  </p:clrMapOvr>
</p:sld>
</file>

<file path=ppt/slides/slide2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그러므로 너희의 선한 것이 비방을 받지 않게 하라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롬14:16</a:t>
            </a:r>
          </a:p>
        </p:txBody>
      </p:sp>
    </p:spTree>
  </p:cSld>
  <p:clrMapOvr>
    <a:masterClrMapping/>
  </p:clrMapOvr>
</p:sld>
</file>

<file path=ppt/slides/slide2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하나님의 나라는 먹는 것과 마시는 것이 아니요 오직 성령 안에 있는 의와</a:t>
            </a:r>
            <a:br/>
            <a:r>
              <a:t>평강과 희락이라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롬14:17</a:t>
            </a:r>
          </a:p>
        </p:txBody>
      </p:sp>
    </p:spTree>
  </p:cSld>
  <p:clrMapOvr>
    <a:masterClrMapping/>
  </p:clrMapOvr>
</p:sld>
</file>

<file path=ppt/slides/slide2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이로써 그리스도를 섬기는 자는 하나님을 기쁘시게 하며 사람에게도 칭찬을</a:t>
            </a:r>
            <a:br/>
            <a:r>
              <a:t>받느니라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롬14:18</a:t>
            </a:r>
          </a:p>
        </p:txBody>
      </p:sp>
    </p:spTree>
  </p:cSld>
  <p:clrMapOvr>
    <a:masterClrMapping/>
  </p:clrMapOvr>
</p:sld>
</file>

<file path=ppt/slides/slide2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그러므로 우리가 화평의 일과 서로 덕을 세우는 일을 힘쓰나니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롬14:19</a:t>
            </a:r>
          </a:p>
        </p:txBody>
      </p:sp>
    </p:spTree>
  </p:cSld>
  <p:clrMapOvr>
    <a:masterClrMapping/>
  </p:clrMapOvr>
</p:sld>
</file>

<file path=ppt/slides/slide2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음식으로 말미암아 하나님의 사업을 무너지게 하지 말라 만물이 다 깨끗하되</a:t>
            </a:r>
            <a:br/>
            <a:r>
              <a:t>거리낌으로 먹는 사람에게는 악한 것이라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롬14:20</a:t>
            </a:r>
          </a:p>
        </p:txBody>
      </p:sp>
    </p:spTree>
  </p:cSld>
  <p:clrMapOvr>
    <a:masterClrMapping/>
  </p:clrMapOvr>
</p:sld>
</file>

<file path=ppt/slides/slide2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고기도 먹지 아니하고 포도주도 마시지 아니하고 무엇이든지 네 형제로 거리끼게</a:t>
            </a:r>
            <a:br/>
            <a:r>
              <a:t>하는 일을 아니함이 아름다우니라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롬14:21</a:t>
            </a:r>
          </a:p>
        </p:txBody>
      </p:sp>
    </p:spTree>
  </p:cSld>
  <p:clrMapOvr>
    <a:masterClrMapping/>
  </p:clrMapOvr>
</p:sld>
</file>

<file path=ppt/slides/slide2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네게 있는 믿음을 하나님 앞에서 스스로 가지고 있으라 자기가 옳다 하는 바로</a:t>
            </a:r>
            <a:br/>
            <a:r>
              <a:t>자기를 정죄하지 아니하는 자는 복이 있도다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롬14:22</a:t>
            </a:r>
          </a:p>
        </p:txBody>
      </p:sp>
    </p:spTree>
  </p:cSld>
  <p:clrMapOvr>
    <a:masterClrMapping/>
  </p:clrMapOvr>
</p:sld>
</file>

<file path=ppt/slides/slide2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의심하고 먹는 자는 정죄되었나니 이는 믿음을 따라 하지 아니하였기 때문이라</a:t>
            </a:r>
            <a:br/>
            <a:r>
              <a:t>믿음을 따라 하지 아니하는 것은 다 죄니라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롬14:23</a:t>
            </a:r>
          </a:p>
        </p:txBody>
      </p:sp>
    </p:spTree>
  </p:cSld>
  <p:clrMapOvr>
    <a:masterClrMapping/>
  </p:clrMapOvr>
</p:sld>
</file>

<file path=ppt/slides/slide2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믿음이 강한 우리는 마땅히 믿음이 약한 자의 약점을 담당하고 자기를 기쁘게</a:t>
            </a:r>
            <a:br/>
            <a:r>
              <a:t>하지 아니할 것이라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롬15:1</a:t>
            </a:r>
          </a:p>
        </p:txBody>
      </p:sp>
    </p:spTree>
  </p:cSld>
  <p:clrMapOvr>
    <a:masterClrMapping/>
  </p:clrMapOvr>
</p:sld>
</file>

<file path=ppt/slides/slide2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우리 각 사람이 이웃을 기쁘게 하되 선을 이루고 덕을 세우도록 할지니라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롬15:2</a:t>
            </a:r>
          </a:p>
        </p:txBody>
      </p:sp>
    </p:spTree>
  </p:cSld>
  <p:clrMapOvr>
    <a:masterClrMapping/>
  </p:clrMapOvr>
</p:sld>
</file>

<file path=ppt/slides/slide2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그리스도께서도 자기를 기쁘게 하지 아니하셨나니 기록된 바 주를 비방하는</a:t>
            </a:r>
            <a:br/>
            <a:r>
              <a:t>자들의 비방이 내게 미쳤나이다 함과 같으니라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롬15:3</a:t>
            </a:r>
          </a:p>
        </p:txBody>
      </p:sp>
    </p:spTree>
  </p:cSld>
  <p:clrMapOvr>
    <a:masterClrMapping/>
  </p:clrMapOvr>
</p:sld>
</file>

<file path=ppt/slides/slide2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무엇이든지 전에 기록된 바는 우리의 교훈을 위하여 기록된 것이니 우리로</a:t>
            </a:r>
            <a:br/>
            <a:r>
              <a:t>하여금 인내로 또는 성경의 위로로 소망을 가지게 함이니라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롬15:4</a:t>
            </a:r>
          </a:p>
        </p:txBody>
      </p:sp>
    </p:spTree>
  </p:cSld>
  <p:clrMapOvr>
    <a:masterClrMapping/>
  </p:clrMapOvr>
</p:sld>
</file>

<file path=ppt/slides/slide2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이제 인내와 위로의 하나님이 너희로 그리스도 예수를 본받아 서로 뜻이 같게</a:t>
            </a:r>
            <a:br/>
            <a:r>
              <a:t>하여 주사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롬15:5</a:t>
            </a:r>
          </a:p>
        </p:txBody>
      </p:sp>
    </p:spTree>
  </p:cSld>
  <p:clrMapOvr>
    <a:masterClrMapping/>
  </p:clrMapOvr>
</p:sld>
</file>

<file path=ppt/slides/slide2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한마음과 한 입으로 하나님 곧 우리 주 예수 그리스도의 아버지께 영광을</a:t>
            </a:r>
            <a:br/>
            <a:r>
              <a:t>돌리게 하려 하노라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롬15:6</a:t>
            </a:r>
          </a:p>
        </p:txBody>
      </p:sp>
    </p:spTree>
  </p:cSld>
  <p:clrMapOvr>
    <a:masterClrMapping/>
  </p:clrMapOvr>
</p:sld>
</file>

<file path=ppt/slides/slide2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그러므로 그리스도께서 우리를 받아 하나님께 영광을 돌리심과 같이 너희도 서로</a:t>
            </a:r>
            <a:br/>
            <a:r>
              <a:t>받으라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롬15:7</a:t>
            </a:r>
          </a:p>
        </p:txBody>
      </p:sp>
    </p:spTree>
  </p:cSld>
  <p:clrMapOvr>
    <a:masterClrMapping/>
  </p:clrMapOvr>
</p:sld>
</file>

<file path=ppt/slides/slide2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내가 말하노니 그리스도께서 하나님의 진실하심을 위하여 할례의 추종자가</a:t>
            </a:r>
            <a:br/>
            <a:r>
              <a:t>되셨으니 이는 조상들에게 주신 약속들을 견고하게 하시고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롬15:8</a:t>
            </a:r>
          </a:p>
        </p:txBody>
      </p:sp>
    </p:spTree>
  </p:cSld>
  <p:clrMapOvr>
    <a:masterClrMapping/>
  </p:clrMapOvr>
</p:sld>
</file>

<file path=ppt/slides/slide2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이방인들도 그 긍휼하심으로 말미암아 하나님께 영광을 돌리게 하려 하심이라</a:t>
            </a:r>
            <a:br/>
            <a:r>
              <a:t>기록된 바 그러므로 내가 열방 중에서 주께 감사하고 주의 이름을 찬송하리로다</a:t>
            </a:r>
            <a:br/>
            <a:r>
              <a:t>함과 같으니라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롬15:9</a:t>
            </a:r>
          </a:p>
        </p:txBody>
      </p:sp>
    </p:spTree>
  </p:cSld>
  <p:clrMapOvr>
    <a:masterClrMapping/>
  </p:clrMapOvr>
</p:sld>
</file>

<file path=ppt/slides/slide2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또 이르되 열방들아 주의 백성과 함께 즐거워하라 하였으며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롬15:10</a:t>
            </a:r>
          </a:p>
        </p:txBody>
      </p:sp>
    </p:spTree>
  </p:cSld>
  <p:clrMapOvr>
    <a:masterClrMapping/>
  </p:clrMapOvr>
</p:sld>
</file>

<file path=ppt/slides/slide2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또 모든 열방들아 주를 찬양하며 모든 백성들아 그를 찬송하라 하였으며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롬15:11</a:t>
            </a:r>
          </a:p>
        </p:txBody>
      </p:sp>
    </p:spTree>
  </p:cSld>
  <p:clrMapOvr>
    <a:masterClrMapping/>
  </p:clrMapOvr>
</p:sld>
</file>

<file path=ppt/slides/slide2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또 이사야가 이르되 이새의 뿌리 곧 열방을 다스리기 위하여 일어나시는 이가</a:t>
            </a:r>
            <a:br/>
            <a:r>
              <a:t>있으리니 열방이 그에게 소망을 두리라 하였느니라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롬15:12</a:t>
            </a:r>
          </a:p>
        </p:txBody>
      </p:sp>
    </p:spTree>
  </p:cSld>
  <p:clrMapOvr>
    <a:masterClrMapping/>
  </p:clrMapOvr>
</p:sld>
</file>

<file path=ppt/slides/slide2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소망의 하나님이 모든 기쁨과 평강을 믿음 안에서 너희에게 충만하게 하사</a:t>
            </a:r>
            <a:br/>
            <a:r>
              <a:t>성령의 능력으로 소망이 넘치게 하시기를 원하노라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롬15:13</a:t>
            </a:r>
          </a:p>
        </p:txBody>
      </p:sp>
    </p:spTree>
  </p:cSld>
  <p:clrMapOvr>
    <a:masterClrMapping/>
  </p:clrMapOvr>
</p:sld>
</file>

<file path=ppt/slides/slide2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내 형제들아 너희가 스스로 선함이 가득하고 모든 지식이 차서 능히 서로</a:t>
            </a:r>
            <a:br/>
            <a:r>
              <a:t>권하는 자임을 나도 확신하노라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롬15:14</a:t>
            </a:r>
          </a:p>
        </p:txBody>
      </p:sp>
    </p:spTree>
  </p:cSld>
  <p:clrMapOvr>
    <a:masterClrMapping/>
  </p:clrMapOvr>
</p:sld>
</file>

<file path=ppt/slides/slide2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그러나 내가 너희로 다시 생각나게 하려고 하나님께서 내게 주신 은혜로</a:t>
            </a:r>
            <a:br/>
            <a:r>
              <a:t>말미암아 더욱 담대히 대략 너희에게 썼노니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롬15:15</a:t>
            </a:r>
          </a:p>
        </p:txBody>
      </p:sp>
    </p:spTree>
  </p:cSld>
  <p:clrMapOvr>
    <a:masterClrMapping/>
  </p:clrMapOvr>
</p:sld>
</file>

<file path=ppt/slides/slide2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이 은혜는 곧 나로 이방인을 위하여 그리스도 예수의 일꾼이 되어 하나님의</a:t>
            </a:r>
            <a:br/>
            <a:r>
              <a:t>복음의 제사장 직분을 하게 하사 이방인을 제물로 드리는 것이 성령 안에서</a:t>
            </a:r>
            <a:br/>
            <a:r>
              <a:t>거룩하게 되어 받으실 만하게 하려 하심이라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롬15:16</a:t>
            </a:r>
          </a:p>
        </p:txBody>
      </p:sp>
    </p:spTree>
  </p:cSld>
  <p:clrMapOvr>
    <a:masterClrMapping/>
  </p:clrMapOvr>
</p:sld>
</file>

<file path=ppt/slides/slide2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그러므로 내가 그리스도 예수 안에서 하나님의 일에 대하여 자랑하는 것이</a:t>
            </a:r>
            <a:br/>
            <a:r>
              <a:t>있거니와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롬15:17</a:t>
            </a:r>
          </a:p>
        </p:txBody>
      </p:sp>
    </p:spTree>
  </p:cSld>
  <p:clrMapOvr>
    <a:masterClrMapping/>
  </p:clrMapOvr>
</p:sld>
</file>

<file path=ppt/slides/slide2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그리스도께서 이방인들을 순종하게 하기 위하여 나를 통하여 역사하신 것 외에는</a:t>
            </a:r>
            <a:br/>
            <a:r>
              <a:t>내가 감히 말하지 아니하노라 그 일은 말과 행위로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롬15:18</a:t>
            </a:r>
          </a:p>
        </p:txBody>
      </p:sp>
    </p:spTree>
  </p:cSld>
  <p:clrMapOvr>
    <a:masterClrMapping/>
  </p:clrMapOvr>
</p:sld>
</file>

<file path=ppt/slides/slide2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표적과 기사의 능력으로 성령의 능력으로 이루어졌으며 그리하여 내가</a:t>
            </a:r>
            <a:br/>
            <a:r>
              <a:t>예루살렘으로부터 두루 행하여 일루리곤까지 그리스도의 복음을 편만하게</a:t>
            </a:r>
            <a:br/>
            <a:r>
              <a:t>전하였노라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롬15:19</a:t>
            </a:r>
          </a:p>
        </p:txBody>
      </p:sp>
    </p:spTree>
  </p:cSld>
  <p:clrMapOvr>
    <a:masterClrMapping/>
  </p:clrMapOvr>
</p:sld>
</file>

<file path=ppt/slides/slide2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또 내가 그리스도의 이름을 부르는 곳에는 복음을 전하지 않기를 힘썼노니 이는</a:t>
            </a:r>
            <a:br/>
            <a:r>
              <a:t>남의 터 위에 건축하지 아니하려 함이라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롬15:20</a:t>
            </a:r>
          </a:p>
        </p:txBody>
      </p:sp>
    </p:spTree>
  </p:cSld>
  <p:clrMapOvr>
    <a:masterClrMapping/>
  </p:clrMapOvr>
</p:sld>
</file>

<file path=ppt/slides/slide2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기록된 바 주의 소식을 받지 못한 자들이 볼 것이요 듣지 못한 자들이</a:t>
            </a:r>
            <a:br/>
            <a:r>
              <a:t>깨달으리라 함과 같으니라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롬15:21</a:t>
            </a:r>
          </a:p>
        </p:txBody>
      </p:sp>
    </p:spTree>
  </p:cSld>
  <p:clrMapOvr>
    <a:masterClrMapping/>
  </p:clrMapOvr>
</p:sld>
</file>

<file path=ppt/slides/slide2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그러므로 또한 내가 너희에게 가려 하던 것이 여러 번 막혔더니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롬15:22</a:t>
            </a:r>
          </a:p>
        </p:txBody>
      </p:sp>
    </p:spTree>
  </p:cSld>
  <p:clrMapOvr>
    <a:masterClrMapping/>
  </p:clrMapOvr>
</p:sld>
</file>

<file path=ppt/slides/slide2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이제는 이 지방에 일할 곳이 없고 또 여러 해 전부터 언제든지 서바나로 갈</a:t>
            </a:r>
            <a:br/>
            <a:r>
              <a:t>때에 너희에게 가기를 바라고 있었으니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롬15:23</a:t>
            </a:r>
          </a:p>
        </p:txBody>
      </p:sp>
    </p:spTree>
  </p:cSld>
  <p:clrMapOvr>
    <a:masterClrMapping/>
  </p:clrMapOvr>
</p:sld>
</file>

<file path=ppt/slides/slide2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이는 지나가는 길에 너희를 보고 먼저 너희와 사귐으로 얼마간 기쁨을 가진</a:t>
            </a:r>
            <a:br/>
            <a:r>
              <a:t>후에 너희가 그리로 보내주기를 바람이라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롬15:24</a:t>
            </a:r>
          </a:p>
        </p:txBody>
      </p:sp>
    </p:spTree>
  </p:cSld>
  <p:clrMapOvr>
    <a:masterClrMapping/>
  </p:clrMapOvr>
</p:sld>
</file>

<file path=ppt/slides/slide2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그러나 이제는 내가 성도를 섬기는 일로 예루살렘에 가노니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롬15:25</a:t>
            </a:r>
          </a:p>
        </p:txBody>
      </p:sp>
    </p:spTree>
  </p:cSld>
  <p:clrMapOvr>
    <a:masterClrMapping/>
  </p:clrMapOvr>
</p:sld>
</file>

<file path=ppt/slides/slide2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이는 마게도냐와 아가야 사람들이 예루살렘 성도 중 가난한 자들을 위하여</a:t>
            </a:r>
            <a:br/>
            <a:r>
              <a:t>기쁘게 얼마를 연보하였음이라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롬15:26</a:t>
            </a:r>
          </a:p>
        </p:txBody>
      </p:sp>
    </p:spTree>
  </p:cSld>
  <p:clrMapOvr>
    <a:masterClrMapping/>
  </p:clrMapOvr>
</p:sld>
</file>

<file path=ppt/slides/slide2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저희가 기뻐서 하였거니와 또한 저희는 그들에게 빚진 자니 만일 이방인들이</a:t>
            </a:r>
            <a:br/>
            <a:r>
              <a:t>그들의 영적인 것을 나눠 가졌으면 육적인 것으로 그들을 섬기는 것이</a:t>
            </a:r>
            <a:br/>
            <a:r>
              <a:t>마땅하니라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롬15:27</a:t>
            </a:r>
          </a:p>
        </p:txBody>
      </p:sp>
    </p:spTree>
  </p:cSld>
  <p:clrMapOvr>
    <a:masterClrMapping/>
  </p:clrMapOvr>
</p:sld>
</file>

<file path=ppt/slides/slide2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그러므로 내가 이 일을 마치고 이 열매를 그들에게 확증한 후에 너희에게</a:t>
            </a:r>
            <a:br/>
            <a:r>
              <a:t>들렀다가 서바나로 가리라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롬15:28</a:t>
            </a:r>
          </a:p>
        </p:txBody>
      </p:sp>
    </p:spTree>
  </p:cSld>
  <p:clrMapOvr>
    <a:masterClrMapping/>
  </p:clrMapOvr>
</p:sld>
</file>

<file path=ppt/slides/slide2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내가 너희에게 나아갈 때에 그리스도의 충만한 복을 가지고 갈 줄을 아노라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롬15:29</a:t>
            </a:r>
          </a:p>
        </p:txBody>
      </p:sp>
    </p:spTree>
  </p:cSld>
  <p:clrMapOvr>
    <a:masterClrMapping/>
  </p:clrMapOvr>
</p:sld>
</file>

<file path=ppt/slides/slide2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형제들아 내가 우리 주 예수 그리스도와 성령의 사랑으로 말미암아 너희를</a:t>
            </a:r>
            <a:br/>
            <a:r>
              <a:t>권하노니 너희 기도에 나와 힘을 같이하여 나를 위하여 하나님께 빌어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롬15:30</a:t>
            </a:r>
          </a:p>
        </p:txBody>
      </p:sp>
    </p:spTree>
  </p:cSld>
  <p:clrMapOvr>
    <a:masterClrMapping/>
  </p:clrMapOvr>
</p:sld>
</file>

<file path=ppt/slides/slide2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나로 유대에서 순종하지 아니하는 자들로부터 건짐을 받게 하고 또 예루살렘에</a:t>
            </a:r>
            <a:br/>
            <a:r>
              <a:t>대하여 내가 섬기는 일을 성도들이 받을 만하게 하고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롬15:31</a:t>
            </a:r>
          </a:p>
        </p:txBody>
      </p:sp>
    </p:spTree>
  </p:cSld>
  <p:clrMapOvr>
    <a:masterClrMapping/>
  </p:clrMapOvr>
</p:sld>
</file>

<file path=ppt/slides/slide2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나로 하나님의 뜻을 따라 기쁨으로 너희에게 나아가 너희와 함께 편히 쉬게</a:t>
            </a:r>
            <a:br/>
            <a:r>
              <a:t>하라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롬15:32</a:t>
            </a:r>
          </a:p>
        </p:txBody>
      </p:sp>
    </p:spTree>
  </p:cSld>
  <p:clrMapOvr>
    <a:masterClrMapping/>
  </p:clrMapOvr>
</p:sld>
</file>

<file path=ppt/slides/slide2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평강의 하나님께서 너희 모든 사람과 함께 계실지어다 아멘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롬15:33</a:t>
            </a:r>
          </a:p>
        </p:txBody>
      </p:sp>
    </p:spTree>
  </p:cSld>
  <p:clrMapOvr>
    <a:masterClrMapping/>
  </p:clrMapOvr>
</p:sld>
</file>

<file path=ppt/slides/slide2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내가 겐그레아 교회의 일꾼으로 있는 우리 자매 뵈뵈를 너희에게 추천하노니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롬16:1</a:t>
            </a:r>
          </a:p>
        </p:txBody>
      </p:sp>
    </p:spTree>
  </p:cSld>
  <p:clrMapOvr>
    <a:masterClrMapping/>
  </p:clrMapOvr>
</p:sld>
</file>

<file path=ppt/slides/slide2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너희는 주 안에서 성도들의 합당한 예절로 그를 영접하고 무엇이든지 그에게</a:t>
            </a:r>
            <a:br/>
            <a:r>
              <a:t>소용되는 바를 도와 줄지니 이는 그가 여러 사람과 나의 보호자가 되었음이라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롬16:2</a:t>
            </a:r>
          </a:p>
        </p:txBody>
      </p:sp>
    </p:spTree>
  </p:cSld>
  <p:clrMapOvr>
    <a:masterClrMapping/>
  </p:clrMapOvr>
</p:sld>
</file>

<file path=ppt/slides/slide2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너희는 그리스도 예수 안에서 나의 동역자들인 브리스가와 아굴라에게 문안하라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롬16:3</a:t>
            </a:r>
          </a:p>
        </p:txBody>
      </p:sp>
    </p:spTree>
  </p:cSld>
  <p:clrMapOvr>
    <a:masterClrMapping/>
  </p:clrMapOvr>
</p:sld>
</file>

<file path=ppt/slides/slide2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그들은 내 목숨을 위하여 자기들의 목까지도 내놓았나니 나뿐 아니라 이방인의</a:t>
            </a:r>
            <a:br/>
            <a:r>
              <a:t>모든 교회도 그들에게 감사하느니라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롬16:4</a:t>
            </a:r>
          </a:p>
        </p:txBody>
      </p:sp>
    </p:spTree>
  </p:cSld>
  <p:clrMapOvr>
    <a:masterClrMapping/>
  </p:clrMapOvr>
</p:sld>
</file>

<file path=ppt/slides/slide2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또 저의 집에 있는 교회에도 문안하라 내가 사랑하는 에배네도에게 문안하라</a:t>
            </a:r>
            <a:br/>
            <a:r>
              <a:t>그는 아시아에서 그리스도께 처음 맺은 열매니라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롬16:5</a:t>
            </a:r>
          </a:p>
        </p:txBody>
      </p:sp>
    </p:spTree>
  </p:cSld>
  <p:clrMapOvr>
    <a:masterClrMapping/>
  </p:clrMapOvr>
</p:sld>
</file>

<file path=ppt/slides/slide2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너희를 위하여 많이 수고한 마리아에게 문안하라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롬16:6</a:t>
            </a:r>
          </a:p>
        </p:txBody>
      </p:sp>
    </p:spTree>
  </p:cSld>
  <p:clrMapOvr>
    <a:masterClrMapping/>
  </p:clrMapOvr>
</p:sld>
</file>

<file path=ppt/slides/slide2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내 친척이요 나와 함께 갇혔던 안드로니고와 유니아에게 문안하라 그들은</a:t>
            </a:r>
            <a:br/>
            <a:r>
              <a:t>사도들에게 존중히 여겨지고 또한 나보다 먼저 그리스도 안에 있는 자라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롬16:7</a:t>
            </a:r>
          </a:p>
        </p:txBody>
      </p:sp>
    </p:spTree>
  </p:cSld>
  <p:clrMapOvr>
    <a:masterClrMapping/>
  </p:clrMapOvr>
</p:sld>
</file>

<file path=ppt/slides/slide2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또 주 안에서 내 사랑하는 암블리아에게 문안하라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롬16:8</a:t>
            </a:r>
          </a:p>
        </p:txBody>
      </p:sp>
    </p:spTree>
  </p:cSld>
  <p:clrMapOvr>
    <a:masterClrMapping/>
  </p:clrMapOvr>
</p:sld>
</file>

<file path=ppt/slides/slide2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그리스도 안에서 우리의 동역자인 우르바노와 나의 사랑하는 스다구에게 문안하라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롬16:9</a:t>
            </a:r>
          </a:p>
        </p:txBody>
      </p:sp>
    </p:spTree>
  </p:cSld>
  <p:clrMapOvr>
    <a:masterClrMapping/>
  </p:clrMapOvr>
</p:sld>
</file>

<file path=ppt/slides/slide2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그리스도 안에서 인정함을 받은 아벨레에게 문안하라 아리스도불로의 권속에게</a:t>
            </a:r>
            <a:br/>
            <a:r>
              <a:t>문안하라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롬16:10</a:t>
            </a:r>
          </a:p>
        </p:txBody>
      </p:sp>
    </p:spTree>
  </p:cSld>
  <p:clrMapOvr>
    <a:masterClrMapping/>
  </p:clrMapOvr>
</p:sld>
</file>

<file path=ppt/slides/slide2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내 친척 헤로디온에게 문안하라 나깃수의 가족 중 주 안에 있는 자들에게</a:t>
            </a:r>
            <a:br/>
            <a:r>
              <a:t>문안하라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롬16:11</a:t>
            </a:r>
          </a:p>
        </p:txBody>
      </p:sp>
    </p:spTree>
  </p:cSld>
  <p:clrMapOvr>
    <a:masterClrMapping/>
  </p:clrMapOvr>
</p:sld>
</file>

<file path=ppt/slides/slide2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주 안에서 수고한 드루배나와 드루보사에게 문안하라 주 안에서 많이 수고하고</a:t>
            </a:r>
            <a:br/>
            <a:r>
              <a:t>사랑하는 버시에게 문안하라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롬16:12</a:t>
            </a:r>
          </a:p>
        </p:txBody>
      </p:sp>
    </p:spTree>
  </p:cSld>
  <p:clrMapOvr>
    <a:masterClrMapping/>
  </p:clrMapOvr>
</p:sld>
</file>

<file path=ppt/slides/slide2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주 안에서 택하심을 입은 루포와 그의 어머니에게 문안하라 그의 어머니는 곧</a:t>
            </a:r>
            <a:br/>
            <a:r>
              <a:t>내 어머니니라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롬16:13</a:t>
            </a:r>
          </a:p>
        </p:txBody>
      </p:sp>
    </p:spTree>
  </p:cSld>
  <p:clrMapOvr>
    <a:masterClrMapping/>
  </p:clrMapOvr>
</p:sld>
</file>

<file path=ppt/slides/slide3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아순그리도와 블레곤과 허메와 바드로바와 허마와 및 그들과 함께 있는</a:t>
            </a:r>
            <a:br/>
            <a:r>
              <a:t>형제들에게 문안하라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롬16:14</a:t>
            </a:r>
          </a:p>
        </p:txBody>
      </p:sp>
    </p:spTree>
  </p:cSld>
  <p:clrMapOvr>
    <a:masterClrMapping/>
  </p:clrMapOvr>
</p:sld>
</file>

<file path=ppt/slides/slide3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빌롤로고와 율리아와 또 네레오와 그의 자매와 올름바와 그들과 함께 있는 모든</a:t>
            </a:r>
            <a:br/>
            <a:r>
              <a:t>성도에게 문안하라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롬16:15</a:t>
            </a:r>
          </a:p>
        </p:txBody>
      </p:sp>
    </p:spTree>
  </p:cSld>
  <p:clrMapOvr>
    <a:masterClrMapping/>
  </p:clrMapOvr>
</p:sld>
</file>

<file path=ppt/slides/slide3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너희가 거룩하게 입맞춤으로 서로 문안하라 그리스도의 모든 교회가 다 너희에게</a:t>
            </a:r>
            <a:br/>
            <a:r>
              <a:t>문안하느니라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롬16:16</a:t>
            </a:r>
          </a:p>
        </p:txBody>
      </p:sp>
    </p:spTree>
  </p:cSld>
  <p:clrMapOvr>
    <a:masterClrMapping/>
  </p:clrMapOvr>
</p:sld>
</file>

<file path=ppt/slides/slide3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형제들아 내가 너희를 권하노니 너희가 배운 교훈을 거슬러 분쟁을 일으키거나</a:t>
            </a:r>
            <a:br/>
            <a:r>
              <a:t>거치게 하는 자들을 살피고 그들에게서 떠나라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롬16:17</a:t>
            </a:r>
          </a:p>
        </p:txBody>
      </p:sp>
    </p:spTree>
  </p:cSld>
  <p:clrMapOvr>
    <a:masterClrMapping/>
  </p:clrMapOvr>
</p:sld>
</file>

<file path=ppt/slides/slide3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이같은 자들은 우리 주 그리스도를 섬기지 아니하고 다만 자기들의 배만</a:t>
            </a:r>
            <a:br/>
            <a:r>
              <a:t>섬기나니 교활한 말과 아첨하는 말로 순진한 자들의 마음을 미혹하느니라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롬16:18</a:t>
            </a:r>
          </a:p>
        </p:txBody>
      </p:sp>
    </p:spTree>
  </p:cSld>
  <p:clrMapOvr>
    <a:masterClrMapping/>
  </p:clrMapOvr>
</p:sld>
</file>

<file path=ppt/slides/slide3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너희의 순종함이 모든 사람에게 들리는지라 그러므로 내가 너희로 말미암아</a:t>
            </a:r>
            <a:br/>
            <a:r>
              <a:t>기뻐하노니 너희가 선한 데 지혜롭고 악한 데 미련하기를 원하노라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롬16:19</a:t>
            </a:r>
          </a:p>
        </p:txBody>
      </p:sp>
    </p:spTree>
  </p:cSld>
  <p:clrMapOvr>
    <a:masterClrMapping/>
  </p:clrMapOvr>
</p:sld>
</file>

<file path=ppt/slides/slide3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평강의 하나님께서 속히 사탄을 너희 발 아래에서 상하게 하시리라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롬16:20</a:t>
            </a:r>
          </a:p>
        </p:txBody>
      </p:sp>
    </p:spTree>
  </p:cSld>
  <p:clrMapOvr>
    <a:masterClrMapping/>
  </p:clrMapOvr>
</p:sld>
</file>

<file path=ppt/slides/slide3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나의 동역자 디모데와 나의 친척 누기오와 야손과 소시바더가 너희에게</a:t>
            </a:r>
            <a:br/>
            <a:r>
              <a:t>문안하느니라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롬16:21</a:t>
            </a:r>
          </a:p>
        </p:txBody>
      </p:sp>
    </p:spTree>
  </p:cSld>
  <p:clrMapOvr>
    <a:masterClrMapping/>
  </p:clrMapOvr>
</p:sld>
</file>

<file path=ppt/slides/slide3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이 편지를 기록하는 나 더디오도 주 안에서 너희에게 문안하노라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롬16:22</a:t>
            </a:r>
          </a:p>
        </p:txBody>
      </p:sp>
    </p:spTree>
  </p:cSld>
  <p:clrMapOvr>
    <a:masterClrMapping/>
  </p:clrMapOvr>
</p:sld>
</file>

<file path=ppt/slides/slide3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나와 온 교회를 돌보아 주는 가이오도 너희에게 문안하고 이 성의 재무관</a:t>
            </a:r>
            <a:br/>
            <a:r>
              <a:t>에라스도와 형제 구아도도 너희에게 문안하느니라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롬16:23</a:t>
            </a:r>
          </a:p>
        </p:txBody>
      </p:sp>
    </p:spTree>
  </p:cSld>
  <p:clrMapOvr>
    <a:masterClrMapping/>
  </p:clrMapOvr>
</p:sld>
</file>

<file path=ppt/slides/slide3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(없음)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롬16:24</a:t>
            </a:r>
          </a:p>
        </p:txBody>
      </p:sp>
    </p:spTree>
  </p:cSld>
  <p:clrMapOvr>
    <a:masterClrMapping/>
  </p:clrMapOvr>
</p:sld>
</file>

<file path=ppt/slides/slide3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나의 복음과 예수 그리스도를 전파함은 영세 전부터 감추어졌다가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롬16:25</a:t>
            </a:r>
          </a:p>
        </p:txBody>
      </p:sp>
    </p:spTree>
  </p:cSld>
  <p:clrMapOvr>
    <a:masterClrMapping/>
  </p:clrMapOvr>
</p:sld>
</file>

<file path=ppt/slides/slide3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이제는 나타내신 바 되었으며 영원하신 하나님의 명을 따라 선지자들의 글로</a:t>
            </a:r>
            <a:br/>
            <a:r>
              <a:t>말미암아 모든 민족이 믿어 순종하게 하시려고 알게 하신 바 그 신비의 계시를</a:t>
            </a:r>
            <a:br/>
            <a:r>
              <a:t>따라 된 것이니 이 복음으로 너희를 능히 견고하게 하실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롬16:26</a:t>
            </a:r>
          </a:p>
        </p:txBody>
      </p:sp>
    </p:spTree>
  </p:cSld>
  <p:clrMapOvr>
    <a:masterClrMapping/>
  </p:clrMapOvr>
</p:sld>
</file>

<file path=ppt/slides/slide3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지혜로우신 하나님께 예수 그리스도로 말미암아 영광이 세세무궁하도록 있을지어다</a:t>
            </a:r>
            <a:br/>
            <a:r>
              <a:t>아멘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롬16:27</a:t>
            </a:r>
          </a:p>
        </p:txBody>
      </p:sp>
    </p:spTree>
  </p:cSld>
  <p:clrMapOvr>
    <a:masterClrMapping/>
  </p:clrMapOvr>
</p:sld>
</file>

<file path=ppt/slides/slide3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나의 형제 곧 골육의 친척을 위하여 내 자신이 저주를 받아 그리스도에게서</a:t>
            </a:r>
            <a:br/>
            <a:r>
              <a:t>끊어질지라도 원하는 바로라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롬9:3</a:t>
            </a:r>
          </a:p>
        </p:txBody>
      </p:sp>
    </p:spTree>
  </p:cSld>
  <p:clrMapOvr>
    <a:masterClrMapping/>
  </p:clrMapOvr>
</p:sld>
</file>

<file path=ppt/slides/slide3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그리스도의 사랑이 우리를 강권하시는도다 우리가 생각하건대 한 사람이 모든</a:t>
            </a:r>
            <a:br/>
            <a:r>
              <a:t>사람을 대신하여 죽었은즉 모든 사람이 죽은 것이라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고후5:14</a:t>
            </a:r>
          </a:p>
        </p:txBody>
      </p:sp>
    </p:spTree>
  </p:cSld>
  <p:clrMapOvr>
    <a:masterClrMapping/>
  </p:clrMapOvr>
</p:sld>
</file>

<file path=ppt/slides/slide3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너희 중에 어떤 사람이 양 백 마리가 있는데 그 중의 하나를 잃으면 아흔아홉</a:t>
            </a:r>
            <a:br/>
            <a:r>
              <a:t>마리를 들에 두고 그 잃은 것을 찾아내기까지 찾아다니지 아니하겠느냐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눅15:4</a:t>
            </a:r>
          </a:p>
        </p:txBody>
      </p:sp>
    </p:spTree>
  </p:cSld>
  <p:clrMapOvr>
    <a:masterClrMapping/>
  </p:clrMapOvr>
</p:sld>
</file>

<file path=ppt/slides/slide3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사람이 만일 온 천하를 얻고도 제 목숨을 잃으면 무엇이 유익하리요 사람이</a:t>
            </a:r>
            <a:br/>
            <a:r>
              <a:t>무엇을 주고 제 목숨과 바꾸겠느냐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마16:26</a:t>
            </a:r>
          </a:p>
        </p:txBody>
      </p:sp>
    </p:spTree>
  </p:cSld>
  <p:clrMapOvr>
    <a:masterClrMapping/>
  </p:clrMapOvr>
</p:sld>
</file>

<file path=ppt/slides/slide3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빌립이 나다나엘을 찾아 이르되 모세가 율법에 기록하였고 여러 선지자가 기록한</a:t>
            </a:r>
            <a:br/>
            <a:r>
              <a:t>그이를 우리가 만났으니 요셉의 아들 나사렛 예수니라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요1:45</a:t>
            </a:r>
          </a:p>
        </p:txBody>
      </p:sp>
    </p:spTree>
  </p:cSld>
  <p:clrMapOvr>
    <a:masterClrMapping/>
  </p:clrMapOvr>
</p:sld>
</file>

<file path=ppt/slides/slide3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오직 성령이 너희에게 임하시면 너희가 권능을 받고 예루살렘과 온 유대와</a:t>
            </a:r>
            <a:br/>
            <a:r>
              <a:t>사마리아와 땅 끝까지 이르러 내 증인이 되리라 하시니라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행1:8</a:t>
            </a:r>
          </a:p>
        </p:txBody>
      </p:sp>
    </p:spTree>
  </p:cSld>
  <p:clrMapOvr>
    <a:masterClrMapping/>
  </p:clrMapOvr>
</p:sld>
</file>

<file path=ppt/slides/slide3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33600" y="5421600"/>
            <a:ext cx="3823199" cy="658800"/>
          </a:xfrm>
          <a:prstGeom prst="roundRect">
            <a:avLst/>
          </a:prstGeom>
          <a:solidFill>
            <a:srgbClr val="2038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3500">
                <a:latin typeface="Pretendard Black"/>
              </a:defRPr>
            </a:pPr>
            <a:r>
              <a:t>통성기도</a:t>
            </a:r>
          </a:p>
        </p:txBody>
      </p:sp>
    </p:spTree>
  </p:cSld>
  <p:clrMapOvr>
    <a:masterClrMapping/>
  </p:clrMapOvr>
</p:sld>
</file>

<file path=ppt/slides/slide3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33600" y="5421600"/>
            <a:ext cx="3823199" cy="658800"/>
          </a:xfrm>
          <a:prstGeom prst="roundRect">
            <a:avLst/>
          </a:prstGeom>
          <a:solidFill>
            <a:srgbClr val="2038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3500">
                <a:latin typeface="Pretendard Black"/>
              </a:defRPr>
            </a:pPr>
            <a:r>
              <a:t>광고</a:t>
            </a:r>
          </a:p>
        </p:txBody>
      </p:sp>
    </p:spTree>
  </p:cSld>
  <p:clrMapOvr>
    <a:masterClrMapping/>
  </p:clrMapOvr>
</p:sld>
</file>

<file path=ppt/slides/slide3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그 날 모두 변화되리 예수 모든 상처 치유되리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그 날</a:t>
            </a:r>
          </a:p>
        </p:txBody>
      </p:sp>
    </p:spTree>
  </p:cSld>
  <p:clrMapOvr>
    <a:masterClrMapping/>
  </p:clrMapOvr>
</p:sld>
</file>

<file path=ppt/slides/slide3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이전 것은 지나가리라 그 날에</a:t>
            </a:r>
          </a:p>
        </p:txBody>
      </p:sp>
    </p:spTree>
  </p:cSld>
  <p:clrMapOvr>
    <a:masterClrMapping/>
  </p:clrMapOvr>
</p:sld>
</file>

<file path=ppt/slides/slide3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그 날 모두 알게 되리 예수 모든 답을 얻게 되리</a:t>
            </a:r>
          </a:p>
        </p:txBody>
      </p:sp>
    </p:spTree>
  </p:cSld>
  <p:clrMapOvr>
    <a:masterClrMapping/>
  </p:clrMapOvr>
</p:sld>
</file>

<file path=ppt/slides/slide3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모든 걱정 사라지리 그 날에</a:t>
            </a:r>
          </a:p>
        </p:txBody>
      </p:sp>
    </p:spTree>
  </p:cSld>
  <p:clrMapOvr>
    <a:masterClrMapping/>
  </p:clrMapOvr>
</p:sld>
</file>

<file path=ppt/slides/slide3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그 날에 천국에서 영원한 기쁨 주와 나누리</a:t>
            </a:r>
          </a:p>
        </p:txBody>
      </p:sp>
    </p:spTree>
  </p:cSld>
  <p:clrMapOvr>
    <a:masterClrMapping/>
  </p:clrMapOvr>
</p:sld>
</file>

<file path=ppt/slides/slide3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주의 얼굴 뵐 때 승리의 노래 부르리</a:t>
            </a:r>
          </a:p>
        </p:txBody>
      </p:sp>
    </p:spTree>
  </p:cSld>
  <p:clrMapOvr>
    <a:masterClrMapping/>
  </p:clrMapOvr>
</p:sld>
</file>

<file path=ppt/slides/slide3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그 날 주의 얼굴 보리 예수 크신 은혜 알게 되리</a:t>
            </a:r>
          </a:p>
        </p:txBody>
      </p:sp>
    </p:spTree>
  </p:cSld>
  <p:clrMapOvr>
    <a:masterClrMapping/>
  </p:clrMapOvr>
</p:sld>
</file>

<file path=ppt/slides/slide3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또 홀연히 변화되리라 그 날에</a:t>
            </a:r>
          </a:p>
        </p:txBody>
      </p:sp>
    </p:spTree>
  </p:cSld>
  <p:clrMapOvr>
    <a:masterClrMapping/>
  </p:clrMapOvr>
</p:sld>
</file>

<file path=ppt/slides/slide3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그 날에 자유케 되리라 예수 모든 고통은 끝나리</a:t>
            </a:r>
          </a:p>
        </p:txBody>
      </p:sp>
    </p:spTree>
  </p:cSld>
  <p:clrMapOvr>
    <a:masterClrMapping/>
  </p:clrMapOvr>
</p:sld>
</file>

<file path=ppt/slides/slide3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찬란한 주 영광 보리라 그 날에</a:t>
            </a:r>
          </a:p>
        </p:txBody>
      </p:sp>
    </p:spTree>
  </p:cSld>
  <p:clrMapOvr>
    <a:masterClrMapping/>
  </p:clrMapOvr>
</p:sld>
</file>

<file path=ppt/slides/slide3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그 날에 천국에서 영원한 기쁨 주와 나누리</a:t>
            </a:r>
          </a:p>
        </p:txBody>
      </p:sp>
    </p:spTree>
  </p:cSld>
  <p:clrMapOvr>
    <a:masterClrMapping/>
  </p:clrMapOvr>
</p:sld>
</file>

<file path=ppt/slides/slide3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주의 얼굴 뵐 때 승리의 노래 부르리</a:t>
            </a:r>
          </a:p>
        </p:txBody>
      </p:sp>
    </p:spTree>
  </p:cSld>
  <p:clrMapOvr>
    <a:masterClrMapping/>
  </p:clrMapOvr>
</p:sld>
</file>

<file path=ppt/slides/slide3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그 날 주의 얼굴 보리 예수 크신 은혜 알게 되리</a:t>
            </a:r>
          </a:p>
        </p:txBody>
      </p:sp>
    </p:spTree>
  </p:cSld>
  <p:clrMapOvr>
    <a:masterClrMapping/>
  </p:clrMapOvr>
</p:sld>
</file>

<file path=ppt/slides/slide3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또 홀연히 변화되리라 또 홀연히 변화되리라</a:t>
            </a:r>
          </a:p>
        </p:txBody>
      </p:sp>
    </p:spTree>
  </p:cSld>
  <p:clrMapOvr>
    <a:masterClrMapping/>
  </p:clrMapOvr>
</p:sld>
</file>

<file path=ppt/slides/slide3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홀연히 변화되리라 그 날에</a:t>
            </a:r>
          </a:p>
        </p:txBody>
      </p:sp>
    </p:spTree>
  </p:cSld>
  <p:clrMapOvr>
    <a:masterClrMapping/>
  </p:clrMapOvr>
</p:sld>
</file>

<file path=ppt/slides/slide3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그 날에 천국에서 영원한 기쁨 주와 나누리</a:t>
            </a:r>
          </a:p>
        </p:txBody>
      </p:sp>
    </p:spTree>
  </p:cSld>
  <p:clrMapOvr>
    <a:masterClrMapping/>
  </p:clrMapOvr>
</p:sld>
</file>

<file path=ppt/slides/slide3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주의 얼굴 뵐 때 승리의 노래 부르리</a:t>
            </a:r>
          </a:p>
        </p:txBody>
      </p:sp>
    </p:spTree>
  </p:cSld>
  <p:clrMapOvr>
    <a:masterClrMapping/>
  </p:clrMapOvr>
</p:sld>
</file>

<file path=ppt/slides/slide3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그 날에 천국에서 영원한 기쁨 주와 나누리</a:t>
            </a:r>
          </a:p>
        </p:txBody>
      </p:sp>
    </p:spTree>
  </p:cSld>
  <p:clrMapOvr>
    <a:masterClrMapping/>
  </p:clrMapOvr>
</p:sld>
</file>

<file path=ppt/slides/slide3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주의 얼굴 뵐 때 승리의 노래 부르리</a:t>
            </a:r>
          </a:p>
        </p:txBody>
      </p:sp>
    </p:spTree>
  </p:cSld>
  <p:clrMapOvr>
    <a:masterClrMapping/>
  </p:clrMapOvr>
</p:sld>
</file>

<file path=ppt/slides/slide3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그 날에 천국에서 영원한 기쁨 주와 나누리</a:t>
            </a:r>
          </a:p>
        </p:txBody>
      </p:sp>
    </p:spTree>
  </p:cSld>
  <p:clrMapOvr>
    <a:masterClrMapping/>
  </p:clrMapOvr>
</p:sld>
</file>

<file path=ppt/slides/slide3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주의 얼굴 뵐 때 승리의 노래 부르리</a:t>
            </a:r>
          </a:p>
        </p:txBody>
      </p:sp>
    </p:spTree>
  </p:cSld>
  <p:clrMapOvr>
    <a:masterClrMapping/>
  </p:clrMapOvr>
</p:sld>
</file>

<file path=ppt/slides/slide3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승리의 노래 부르리</a:t>
            </a:r>
          </a:p>
        </p:txBody>
      </p:sp>
    </p:spTree>
  </p:cSld>
  <p:clrMapOvr>
    <a:masterClrMapping/>
  </p:clrMapOvr>
</p:sld>
</file>

<file path=ppt/slides/slide3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33600" y="5421600"/>
            <a:ext cx="3823199" cy="658800"/>
          </a:xfrm>
          <a:prstGeom prst="roundRect">
            <a:avLst/>
          </a:prstGeom>
          <a:solidFill>
            <a:srgbClr val="2038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3500">
                <a:latin typeface="Pretendard Black"/>
              </a:defRPr>
            </a:pPr>
            <a:r>
              <a:t>축도</a:t>
            </a:r>
          </a:p>
        </p:txBody>
      </p:sp>
    </p:spTree>
  </p:cSld>
  <p:clrMapOvr>
    <a:masterClrMapping/>
  </p:clrMapOvr>
</p:sld>
</file>

<file path=ppt/slides/slide3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