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사랑하는 자의 목소리 듣기원하네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사랑 나의 어여쁜 자야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사랑 나의 어여쁜 자야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바위 틈 은밀한 곳에서 듣기 원하네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부드러운 주님의 음성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사랑 나의 사랑 나의 어여쁜 자야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함께가자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사랑 나의 사랑 나의 어여쁜 자야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함께 가자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 구주 예수를 더욱 사랑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구주 예수를 더욱 사랑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엎드려 비는 말 들으소서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진정 소원이 내 구주 예수를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사랑 더욱 사랑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(2)이전엔 세상 낙 기뻤어도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지금 내 기쁨은 오직 예수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다만 내 비는 말 내 구주 예수를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사랑 더욱 사랑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(3)이 세상 떠날 때 찬양하고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숨질 때 하는 말 이것일세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다만 내 비는 말 내 구주 예수를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사랑 더욱 사랑 아멘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이름 높이며 주를 찬양하나이다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주의 이름 높이며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구하러 오신 주를 기뻐하나이다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이름 높이며 주를 찬양하나이다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구하러 오신 주를 기뻐하나이다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영광 버리고 이 땅 위에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십자가를 지시고 죄 사했네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무덤에서 일어나 하늘로 올리셨네 주의 이름 높이리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이름 높이며 주를 찬양하나이다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구하러 오신 주를 기뻐하나이다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영광 버리고 이 땅 위에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십자가를 지시고 죄 사했네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무덤에서 일어나 하늘로 올리셨네 주의 이름 높이리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영광 버리고 이 땅 위에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십자가를 지시고 죄 사했네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무덤에서 일어나 하늘로 올리셨네 주의 이름 높이리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하늘에 계신 아버지 이름 거룩하며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하늘에 계신 아버지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 이곳에 가득하길 기도하네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하늘에 계신 아버지 주 이름 다 외치며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 이곳에 가득하길 기도하네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찬양해 새노래로 찬양해 새 노래로 찬양해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새 노래로 주님께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나라 주님의 뜻이 하늘에 이뤄지듯이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선포해 자비한 주 이름 이 땅에 이뤄지리라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일용할 양식 은혜로 주소서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이름으로 우리 모두 기도하네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시험에 들게 마시고 악에서 구원하소서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이름으로 우리 모두 기도하네 기도하네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찬양해 새노래로 찬양해 새 노래로 찬양해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새 노래로 주님께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나라 주님의 뜻이 하늘에 이뤄지듯이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선포해 자비한 주 이름 이 땅에 이뤄지리라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나라 주께 모든 권세 주께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 영원히 아멘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나라 주께 모든 권세 주께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 영원히 아멘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눈 주의 영광을 보네 우리 가운데 계신 주님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모든 열방 주 볼 때까지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빛난 영광 온 하늘 덮고 그 찬송 온땅 가득해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눈 주의 영광을 보네 찬송 가운데 서신 주님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얼굴은 온 세상 향하네 권능의 팔을 드셨네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 이곳에 가득해 우린 서네 주님과 함께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찬양하며 우린 전진하리 모든 열방 주볼때 까지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아버지 우릴 새롭게 하사 열방중에서 주를 섬기게 하소서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나라 일어나 찬송 부르며 영광의 주님을 보게 하소서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고개 들어 주를 맞이해 엎드리어 경배하며 찬양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왕의 위엄을 신령과 진정한 찬양으로 영광 돌려 만왕의 왕께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일의 결국을 다 들었으니 하나님을 경외하고 그의 명령들을 지킬지어다 이것이</a:t>
            </a:r>
            <a:br/>
            <a:r>
              <a:t>모든 사람의 본분이니라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전12:13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하나님 앞에 서 있는 사람 (전도서 12:13)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여호와의 눈은 어디서든지 악인과 선인을 감찰하시느니라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잠15:3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여호와를 경외하는 것이 지식의 근본이거늘 미련한 자는 지혜와 훈계를</a:t>
            </a:r>
            <a:br/>
            <a:r>
              <a:t>멸시하느니라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잠1:7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아버지가 자식을 긍휼히 여김 같이 여호와께서는 자기를 경외하는 자를 긍휼히</a:t>
            </a:r>
            <a:br/>
            <a:r>
              <a:t>여기시나니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시103:13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 사람이 두 주인을 섬기지 못할 것이니 혹 이를 미워하고 저를 사랑하거나</a:t>
            </a:r>
            <a:br/>
            <a:r>
              <a:t>혹 이를 중히 여기고 저를 경히 여김이라 너희가 하나님과 재물을 겸하여</a:t>
            </a:r>
            <a:br/>
            <a:r>
              <a:t>섬기지 못하느니라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마6:24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집에는 나보다 큰 이가 없으며 주인이 아무것도 내게 금하지 아니하였어도</a:t>
            </a:r>
            <a:br/>
            <a:r>
              <a:t>금한 것은 당신뿐이니 당신은 그의 아내임이라 그런즉 내가 어찌 이 큰 악을</a:t>
            </a:r>
            <a:br/>
            <a:r>
              <a:t>행하여 하나님께 죄를 지으리이까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창39:9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우스 땅에 욥이라 불리는 사람이 있었는데 그 사람은 온전하고 정직하여</a:t>
            </a:r>
            <a:br/>
            <a:r>
              <a:t>하나님을 경외하며 악에서 떠난 자더라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욥1:1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여호와를 경외하는 것은 악을 미워하는 것이라 나는 교만과 거만과 악한 행실과</a:t>
            </a:r>
            <a:br/>
            <a:r>
              <a:t>패역한 입을 미워하느니라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잠8:13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주께만 범죄하여 주의 목전에 악을 행하였사오니 주께서 말씀하실 때에</a:t>
            </a:r>
            <a:br/>
            <a:r>
              <a:t>의로우시다 하고 주께서 심판하실 때에 순전하시다 하리이다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시51:4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여호와의 친밀하심이 그를 경외하는 자들에게 있음이여 그의 언약을 그들에게</a:t>
            </a:r>
            <a:br/>
            <a:r>
              <a:t>보이시리로다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시25:14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여호와의 천사가 주를 경외하는 자를 둘러 진 치고 그들을 건지시는도다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시34:7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그들의 눈 앞에 하나님을 두려워함이 없느니라 함과 같으니라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롬3:18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땅이 그대로 있을 때에는 네 땅이 아니며 판 후에도 네 마음대로 할 수가</a:t>
            </a:r>
            <a:br/>
            <a:r>
              <a:t>없더냐 어찌하여 이 일을 네 마음에 두었느냐 사람에게 거짓말한 것이 아니요</a:t>
            </a:r>
            <a:br/>
            <a:r>
              <a:t>하나님께로다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행5:4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온 교회와 이 일을 듣는 사람들이 다 크게 두려워하니라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행5:11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때에 이스라엘에 왕이 없으므로 사람이 각기 자기의 소견에 옳은 대로</a:t>
            </a:r>
            <a:br/>
            <a:r>
              <a:t>행하였더라_x0000__x0000__x0000__x0000__x0000__x0000__x0000_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삿21:25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복 있는 사람은 악인들의 꾀를 따르지 아니하며 죄인들의 길에 서지 아니하며</a:t>
            </a:r>
            <a:br/>
            <a:r>
              <a:t>오만한 자들의 자리에 앉지 아니하고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시1:1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 마음이 교만하여 네 하나님 여호와를 잊어버릴까 염려하노라 여호와는 너를</a:t>
            </a:r>
            <a:br/>
            <a:r>
              <a:t>애굽 땅 종 되었던 집에서 이끌어 내시고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신8:14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사람아 주께서 선한 것이 무엇임을 네게 보이셨나니 여호와께서 네게 구하시는</a:t>
            </a:r>
            <a:br/>
            <a:r>
              <a:t>것은 오직 정의를 행하며 인자를 사랑하며 겸손하게 네 하나님과 함께 행하는</a:t>
            </a:r>
            <a:br/>
            <a:r>
              <a:t>것이 아니냐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미6:8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말씀 앞에서 경외함으로 주께 홀로 섭니다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말씀 앞에서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생명의 말씀 읽고 순종해 주를 예배합니다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기록 된 말씀 힘이 있어서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진리로 우릴 거룩케하며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거룩한 말씀 세세 영원히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복음이 되어 말씀하시네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 말씀에 두려워 떠는 자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말씀에 생명을 거는 자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한 사람 찾으시는 주님의 약속을 믿어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 말씀에 운명을 거는 자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순종하며 주 따라가는 자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영원한 하나님 나라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이뤄갈 주의 교회여 일어나라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말씀은 우리를 구원에 이르는 지혜이니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목숨과 네 뜻 다해 주 말씀에 복종하라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 하나님 지으신 모든 세계 내 마음 속에 그리어 볼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하나님 지으신 모든 세계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별 울려 퍼지는 뇌성 주님의 권능 우주에 찼네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(2)숲 속이나 험한 산 골짝에서 지저귀는 저 새소리들과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고요하게 흐르는 시냇물은 주님의 솜씨 노래 하도다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 하나님 독생자 아낌없이 우리를 위해 보내 주셨네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 피 흘려 죽으신 주 내 모든 죄를 대속 하셨네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(4)내 주 예수 세상에 다시 올 때 저 천국으로 날 인도하리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겸손히 엎드려 경배 하며 영원히 주를 찬양 하리라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