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(1)나의 갈 길 다 가도록 예수 인도 하시니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갈 길 다 가도록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주안에 있는 긍휼 어찌 의심 하리요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믿음으로 사는 자는 하늘 위로 받겠네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무슨 일을 만나든지 만사 형통 하리라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무슨 일을 만나든지 만사 형통 하리라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(2)나의 갈 길 다 가도록 예수 인도 하시니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어려운 일 당한 때도 족한 은혜 주시네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심히 고단하고 영혼 매우 갈하나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앞에 반석에서 샘물 나게 하시네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앞에 반석에서 샘물 나게 하시네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(3)나의 갈 길 다 가도록 예수 인도 하시니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사랑 어찌 큰지 말로 할 수 없도다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 감화 받은 영혼 하늘나라 갈 때에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영영 부를 나의 찬송 예수 인도 하셨네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영영 부를 나의 찬송 예수 인도 하셨네 아멘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어찌 날 생각 하시는지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나는 주의 친구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들으시는지 내기도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진실로 날 생각하시네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날사랑하네 놀라워라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어찌 날 생각 하시는지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들으시는지 내기도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진실로 날 생각하시네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날사랑하네 놀라워라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주의 친구  나는 주의 친구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날 친구로 부르셨네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주의 친구 나는 주의 친구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날 친구로 부르셨네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안에서 기뻐해 주 안에서 기뻐해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안에서 기뻐해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주신 기쁨으로 기뻐하라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안에서 기뻐해 주 안에서 기뻐해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우리의 힘은 주를 기뻐하는 것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기뻐 춤을 추며 크게 소리 높여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살아계신 주의 이름 내 마음 다해 찬양해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바라볼 때 새 힘 주시리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우리의 힘은 주를 기뻐하는 것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무화과 나무 마르고 포도 열매 없어도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늘 함께 하시니 나는 기뻐하고 즐거워 하리로다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(1)만왕의 왕 내 주께서 왜 고초 당했나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만왕의 왕 주께서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벌레 같은 날 위해 그 보혈 흘렸네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 십자가 내가 처음 볼 때에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맘에 큰 고통 사라져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 믿고서 내 눈 밝았네 참 내 기쁨 영원하도다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 십자가 못 박힘은 속죄함 아닌가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긍휼함과 큰 은혜 말할 수 없도다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 십자가 내가 처음 볼 때에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맘에 큰 고통 사라져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 믿고서 내 눈 밝았네 참 내 기쁨 영원하도다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(3)늘 울어도 그 큰 은혜 다 갚을 수 없네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주님께 몸 바쳐서 주의 일 힘쓰리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 십자가 내가 처음 볼 때에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맘에 큰 고통 사라져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 믿고서 내 눈 밝았네 참 내 기쁨 영원하도다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보좌로 나아갈 때에 어떻게 나아가야 할까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예수 피를 힘입어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구원한 주의 십자가 그것을 믿으며 가네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보좌로 나아갈 때에 나 여전히 부족하나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품으신 주의 그 사랑 그것을 믿으며 가네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자격없는 내 힘이 아닌 오직 예수님의 보혈로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자격없는 내 힘이 아닌 오직 예수님의 보혈로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십자가의 보혈 완전하신 사랑 힘입어 나아갑니다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십자가의 보혈 완전하신 사랑 힘입어 예배합니다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성가대 찬양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깊은 절망의 수렁 가운데</a:t>
            </a:r>
            <a:br/>
            <a:r>
              <a:t>주님께 닿을 수 없던 우리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예수 나의 산  소망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밤중에 하늘을 향해</a:t>
            </a:r>
            <a:br/>
            <a:r>
              <a:t>주의 이름 나 부를 때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어둠을 뚫고 오신 주 사랑</a:t>
            </a:r>
            <a:br/>
            <a:r>
              <a:t>나의 절망 거두셨네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공로 다 이루셨네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주의 자비를 알아</a:t>
            </a:r>
            <a:br/>
            <a:r>
              <a:t>한없는 은혜 측량할까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영광을 떠나 이 땅에 오신</a:t>
            </a:r>
            <a:br/>
            <a:r>
              <a:t>죄를 지신 구주 예수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십자가 내게 말하네</a:t>
            </a:r>
            <a:br/>
            <a:r>
              <a:t>영원히 난 용납됐네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아름다우신 왕 나는 주의 것</a:t>
            </a:r>
            <a:br/>
            <a:r>
              <a:t>그리스도 나의 산 소망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주를 찬양하여라</a:t>
            </a:r>
            <a:br/>
            <a:r>
              <a:t>할렐루야 자유케 하셨도다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죄의 저주 끊으신 주께 구원 있도다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(할렐루야)</a:t>
            </a:r>
            <a:br/>
            <a:r>
              <a:t>주를 찬양하여라 (주를 찬양하여라)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자유케 하셨도다</a:t>
            </a:r>
            <a:br/>
            <a:r>
              <a:t>죄의 저주 끊으신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 구원 있도다 (구원있도다 주님께)</a:t>
            </a:r>
            <a:br/>
            <a:r>
              <a:t>나의 산 소망 (찬양)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워--- 찬양하여라(나의 소망)</a:t>
            </a:r>
            <a:br/>
            <a:r>
              <a:t>워--- 자유주셨네(자유케하셨도다)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워- - -- (워----)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언약된 아침 장사된 몸에</a:t>
            </a:r>
            <a:br/>
            <a:r>
              <a:t>부활의 호흡 시작됐네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유다의 사자 위엄찬 선포</a:t>
            </a:r>
            <a:br/>
            <a:r>
              <a:t>사망이 무너졌도다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사망의 무덤이 더는 우리를 주장할 수 없네</a:t>
            </a:r>
            <a:br/>
            <a:r>
              <a:t>유다의 사자 위엄찬 포효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사망이 무너졌도다 사망이 무너졌도다</a:t>
            </a:r>
            <a:br/>
            <a:r>
              <a:t>(주 예수) 주 예수 승리하셨네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(할렐루야) 할렐루야 주를 찬양하여라</a:t>
            </a:r>
            <a:br/>
            <a:r>
              <a:t>(찬양하여라) 할렐루야 자유케 하셨도다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죄의 저주 끊으신 주께 구원 있도다</a:t>
            </a:r>
            <a:br/>
            <a:r>
              <a:t>주 예수 나의 산 소망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(할렐루야) 할렐루야 (할렐루야)</a:t>
            </a:r>
            <a:br/>
            <a:r>
              <a:t>주를 찬양하여라(찬양하여라)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자유케 하셨도다</a:t>
            </a:r>
            <a:br/>
            <a:r>
              <a:t>죄의 저주 끊으신 주께 구원 있도다 (구원있도다)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나의 산 소망</a:t>
            </a:r>
            <a:br/>
            <a:r>
              <a:t>할렐루야 주를 찬양하여라 (찬양하여라)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자유케 하셨도다</a:t>
            </a:r>
            <a:br/>
            <a:r>
              <a:t>죄의 저주 끊으신 주께 구원 있도다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나의 산 소망</a:t>
            </a:r>
            <a:br/>
            <a:r>
              <a:t>(할렐루야) 할렐루야 (할렐루야)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찬양하여라 (찬양하여라)</a:t>
            </a:r>
            <a:br/>
            <a:r>
              <a:t>할렐루야 자유케 하셨도다 죄의 저주 끊으신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 구원 있도다 (구원있도다)</a:t>
            </a:r>
            <a:br/>
            <a:r>
              <a:t>주 예수 나의 산 소망 그리스도 나의 산 소망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(주님은) 주님은 나의 산 소망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대표기도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그리스도와 함께 십자가에 못 박혔나니 그런즉 이제는 내가 사는 것이</a:t>
            </a:r>
            <a:br/>
            <a:r>
              <a:t>아니요 오직 내 안에 그리스도께서 사시는 것이라 이제 내가 육체 가운데 사는</a:t>
            </a:r>
            <a:br/>
            <a:r>
              <a:t>것은 나를 사랑하사 나를 위하여 자기 자신을 버리신 하나님의 아들을 믿는</a:t>
            </a:r>
            <a:br/>
            <a:r>
              <a:t>믿음 안에서 사는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갈2:20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복음은 정체성을 바꾼다 (갈라디아서 2:20)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알거니와 우리의 옛 사람이 예수와 함께 십자가에 못 박힌 것은 죄의</a:t>
            </a:r>
            <a:br/>
            <a:r>
              <a:t>몸이 죽어 다시는 우리가 죄에게 종 노릇 하지 아니하려 함이니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롬6:6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그리스도와 함께 십자가에 못 박혔나니 그런즉 이제는 내가 사는 것이</a:t>
            </a:r>
            <a:br/>
            <a:r>
              <a:t>아니요 오직 내 안에 그리스도께서 사시는 것이라 이제 내가 육체 가운데 사는</a:t>
            </a:r>
            <a:br/>
            <a:r>
              <a:t>것은 나를 사랑하사 나를 위하여 자기 자신을 버리신 하나님의 아들을 믿는</a:t>
            </a:r>
            <a:br/>
            <a:r>
              <a:t>믿음 안에서 사는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갈2:20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이제 그리스도 예수 안에 있는 자에게는 결코 정죄함이 없나니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롬8:1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내게는 우리 주 예수 그리스도의 십자가 외에 결코 자랑할 것이 없으니</a:t>
            </a:r>
            <a:br/>
            <a:r>
              <a:t>그리스도로 말미암아 세상이 나를 대하여 십자가에 못 박히고 내가 또한 세상을</a:t>
            </a:r>
            <a:br/>
            <a:r>
              <a:t>대하여 그러하니라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갈6:14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아직 죄인 되었을 때에 그리스도께서 우리를 위하여 죽으심으로</a:t>
            </a:r>
            <a:br/>
            <a:r>
              <a:t>하나님께서 우리에 대한 자기의 사랑을 확증하셨느니라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롬5:8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베드로가 이르되 너희가 회개하여 각각 예수 그리스도의 이름으로 세례를 받고</a:t>
            </a:r>
            <a:br/>
            <a:r>
              <a:t>죄 사함을 받으라 그리하면 성령의 선물을 받으리니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행2:38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삭개오가 서서 주께 여짜오되 주여 보시옵소서 내 소유의 절반을 가난한</a:t>
            </a:r>
            <a:br/>
            <a:r>
              <a:t>자들에게 주겠사오며 만일 누구의 것을 속여 빼앗은 일이 있으면 네 갑절이나</a:t>
            </a:r>
            <a:br/>
            <a:r>
              <a:t>갚겠나이다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눅19:8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내게 사는 것이 그리스도니 죽는 것도 유익함이라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빌1:21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우리가 믿음으로 의롭다 하심을 받았으니 우리 주 예수 그리스도로</a:t>
            </a:r>
            <a:br/>
            <a:r>
              <a:t>말미암아 하나님과 화평을 누리자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롬5:1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복음을 부끄러워하지 아니하노니 이 복음은 모든 믿는 자에게 구원을</a:t>
            </a:r>
            <a:br/>
            <a:r>
              <a:t>주시는 하나님의 능력이 됨이라 먼저는 유대인에게요 그리고 헬라인에게로다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롬1:16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유월절 어린 양의 피로 나의 삶의 문이 열렸네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유월절 어린 양의 피로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 어둠의 권세는 힘이 없네 주 보혈의 능력으로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원수가 날 정죄할 때도 난 의롭게 설 수 있네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난 더 이상 정죄함 없네 난 주 보혈 아래 있네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난 주 보혈 아래 있네 그 피로 내 죄 사했네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긍휼 날 거룩케 하시었네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난 주 보혈 아래 있네 난 원수의 어떠한 공격에도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 이상 넘어 지지 않네 난 주 보혈 아래 있네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찬송가 제목을 찾을 수 없습니다.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우린 오늘 눈물로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