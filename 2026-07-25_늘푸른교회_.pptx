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(1)주 안에 있는 나에게 딴 근심 있으랴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 안에 있는 나에게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 밑에 나아가 내 짐을 풀었네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주님을 찬송 하면서 할렐루야 할렐루야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앞길 멀고 험해도 나 주님만 따라 가리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(2)그 두려움이 변하여 내 기도 되었고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전날의 한숨 변하여 내 노래 되었네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주님을 찬송 하면서 할렐루야 할렐루야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앞길 멀고 험해도 나 주님만 따라 가리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(3)내 주는 자비 하셔서 늘 함께 계시고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궁핍함을 아시고 늘 채워 주시네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주님을 찬송 하면서 할렐루야 할렐루야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앞길 멀고 험해도 나 주님만 따라 가리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(4)내 주와 맺은 언약은 영 불변 하시니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나라 가기까지는 늘 보호 하시네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주님을 찬송 하면서 할렐루야 할렐루야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앞길 멀고 험해도 나 주님만 따라 가리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 위에 주님밖에 내가 사모할 자 이 세상에 없네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하늘 위에 주님 밖에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맘과 힘은 믿을 수 없네 오직 한가지 그 진리를 믿네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나의 힘이요 주는 나의 힘이요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나의 힘이요 영원히 주를 의지하리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나의 힘이요 주는 나의 힘이요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나의 힘이요 영원히 주를 의지하리 영원히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같은 반석은 없도다 찬양받기 합당하신 이름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만세 반석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변치않으시는 구원의 반석 신실하시고 진실하신 주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같은 반석은 없도다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만세반석 예수 내 반석 만세반석 예수 내 반석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만세반석 예수 내 반석 주님 같은 반석은 없도다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(1)주님 약속하신 말씀 위에서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주님 약속하신 말씀 위에서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영원토록 주를 찬송하리라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소리 높여 주께 영광 돌리며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약속 믿고 굳게 서리라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굳게 서리 영원하신 말씀 위에 굳게 서리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굳게 서리 그 말씀 위에 굳게 서리라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(2)주님 약속하신 말씀 위에서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세상 염려 내게 엄습 할 때에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용감하게 힘써 싸워 이기며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약속 믿고 굳게 서리라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굳게 서리 영원하신 말씀 위에 굳게 서리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굳게 서리 그 말씀 위에 굳게 서리라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(3)주님 약속하신 말씀 위에서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영원하신 주의 사랑 힘입고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성령으로 힘서 싸워 이기며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약속 믿고 굳게 서리라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굳게 서리 영원하신 말씀 위에 굳게 서리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굳게 서리 그 말씀 위에 굳게 서리라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(4)주님 약속하신 말씀 위에서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 인도 하는 대로 행하며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품에 항상 안식 얻으며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약속 믿고 굳게 서리라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굳게 서리 영원하신 말씀 위에 굳게 서리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굳게 서리 그 말씀 위에 굳게 서리라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하늘과 땅은 없어질지라도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주님 약속하신 말씀 위에서(B)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말씀 영원하네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굳건한 반석 영원하신 분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이름 찬양하네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아무런 자격도 없는 나를 위해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사랑한다 말하시네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아무런 소망도 없는 나를 위해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사랑한다 사랑한다 사랑한다 말하시네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낮은 날 위해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나는 옛사람 아니요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사망에서 건지신 주의 자녀이니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한없는 주의 사랑 안에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기쁨으로 걸어가겠네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사랑 나의 어여쁜 자야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일어나 손을 잡고 함께 가자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사랑한다 사랑한다 사랑한다 말하시네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세상 끝 날까지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나는 옛사람 아니요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사망에서 건지신 주의 자녀이니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한없는 주의 사랑 안에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기쁨으로 걸어가겠네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그가 내게 대답하여 이르되 여호와께서 스룹바벨에게 하신 말씀이 이러하니라</a:t>
            </a:r>
            <a:br/>
            <a:r>
              <a:t>만군의 여호와께서 말씀하시되 이는 힘으로 되지 아니하며 능력으로 되지</a:t>
            </a:r>
            <a:br/>
            <a:r>
              <a:t>아니하고 오직 나의 영으로 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슥4:6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성령이 일하시는 교회 (스가랴 4:6)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그가 내게 대답하여 이르되 여호와께서 스룹바벨에게 하신 말씀이 이러하니라</a:t>
            </a:r>
            <a:br/>
            <a:r>
              <a:t>만군의 여호와께서 말씀하시되 이는 힘으로 되지 아니하며 능력으로 되지</a:t>
            </a:r>
            <a:br/>
            <a:r>
              <a:t>아니하고 오직 나의 영으로 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슥4:6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큰 산아 네가 무엇이냐 네가 스룹바벨 앞에서 평지가 되리라 그가 머릿돌을</a:t>
            </a:r>
            <a:br/>
            <a:r>
              <a:t>내놓을 때에 무리가 외치기를 은총, 은총이 그에게 있을지어다 하리라 하셨고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슥4:7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그가 내게 대답하여 이르되 여호와께서 스룹바벨에게 하신 말씀이 이러하니라</a:t>
            </a:r>
            <a:br/>
            <a:r>
              <a:t>만군의 여호와께서 말씀하시되 이는 힘으로 되지 아니하며 능력으로 되지</a:t>
            </a:r>
            <a:br/>
            <a:r>
              <a:t>아니하고 오직 나의 영으로 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슥4:6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그런즉 이스라엘 온 집은 확실히 알지니 너희가 십자가에 못 박은 이 예수를</a:t>
            </a:r>
            <a:br/>
            <a:r>
              <a:t>하나님이 주와 그리스도가 되게 하셨느니라 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행2:36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그들이 다 성령의 충만함을 받고 성령이 말하게 하심을 따라 다른 언어들로</a:t>
            </a:r>
            <a:br/>
            <a:r>
              <a:t>말하기를 시작하니라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행2:4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오직 성령이 너희에게 임하시면 너희가 권능을 받고 예루살렘과 온 유대와</a:t>
            </a:r>
            <a:br/>
            <a:r>
              <a:t>사마리아와 땅 끝까지 이르러 내 증인이 되리라 하시니라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행1:8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그가 내게 묻되 네가 무엇을 보느냐 내가 대답하되 내가 보니 순금 등잔대가</a:t>
            </a:r>
            <a:br/>
            <a:r>
              <a:t>있는데 그 위에는 기름 그릇이 있고 또 그 기름 그릇 위에 일곱 등잔이</a:t>
            </a:r>
            <a:br/>
            <a:r>
              <a:t>있으며 그 기름 그릇 위에 있는 등잔을 위해서 일곱 관이 있고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슥4:2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 등잔대 곁에 두 감람나무가 있는데 하나는 그 기름 그릇 오른쪽에 있고</a:t>
            </a:r>
            <a:br/>
            <a:r>
              <a:t>하나는 그 왼쪽에 있나이다 하고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슥4:3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너희는 세상의 빛이라 산 위에 있는 동네가 숨겨지지 못할 것이요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마5:14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우리가 사방으로 우겨쌈을 당하여도 싸이지 아니하며 답답한 일을 당하여도</a:t>
            </a:r>
            <a:br/>
            <a:r>
              <a:t>낙심하지 아니하며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고후4:8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오소서 진리의 성령님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부흥 2000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땅 흔들며 임하소서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거짓과 탐욕 죄악에 무너진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가슴 정케 하소서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오소서 은혜의 성령님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 가르고 임하소서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거룩한 불꽃 하늘로서 임하사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타오르게 하소서 주 영광 위해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부흥의 불길 타오르게 하소서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진리의 말씀 이땅 새롭게 하소서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은혜의 강물 흐르게 하소서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성령의 바람 이 땅 가득 불어와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흰옷 입은 주의 순결한 백성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영광위에 이제 일어나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열방을 치유하며 행진하는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영광의 그 날을 주소서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부흥의 불길 타오르게 하소서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진리의 말씀 이 땅 새롭게 하소서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은혜의 강물 흐르게 하소서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성령의 바람 이 땅 가득 불어와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흰옷 입은 주의 순결한 백성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영광위해 이제 일어나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열방을 치유하며 행진하는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영광의 그 날을 주소서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