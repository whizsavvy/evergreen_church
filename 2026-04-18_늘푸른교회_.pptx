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수 많은 무리들 줄지어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예수 이름 높이세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분을 보기 위해 따르네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평범한 목수이신 그 분 앞에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무릎이 꿇어 경배하네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문제들 하나 하나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죽음까지도 힘을 잃고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생명의 근원되신 예수 이름 앞에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권세들 굴복하네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이름 높이세 능력의 그 이름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이름 높이세 구원의 그 이름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이름을 부르는 자 예수 이름을 믿는 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이름 앞에 나오는 자 복이 있도다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계획이 실패하고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소망이 끊어질 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삶의 주관자 되신 그 분 앞에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무릎을 꿇어 경배하네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삶을 그 분께 맡길 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비로소 나의 마음 평안해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구원의 반석되신 예수의 이름을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소리 높여 찬송하네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능력의 이름 구원의 이름 그 이름 예수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(1)태산을 넘어 험곡에 가도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태산을 넘어 험곡에 가도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빛 가운데로 걸어가면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주께서 항상 지키시기로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약속한 말씀 변치않네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영광 하늘의 영광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맘속에 차고도 넘쳐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할렐루야를 힘차게 불러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주를 찬양하리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(2)캄캄한 밤에 다닐지라도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주께서 나의 길 되시고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나에게 밝은 빛이 되시니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길 잃어버릴 염려 없네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영광 하늘의 영광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맘속에 차고도 넘쳐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할렐루야를 힘차게 불러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주를 찬양하리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(3)광명한 그 빛 마음에 받아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찬란한 천국 바라보고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할렐루야를 힘차게 불러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날마다 빛에 걸어가리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영광 하늘의 영광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맘속에 차고도 넘쳐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할렐루야를 힘차게 불러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영원히 주를 찬양하리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사랑 너는 어여쁘고 참 귀하다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나의 하나님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어느 보석보다 귀하다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네가 사랑스럽지 않을 때 너를 온전히 사랑하고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너와 함께 하려 내가 왔노라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사랑 이 사랑은 결코 변치 않아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계절 돌보시네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풀은 마르고 꽃은 시드나 주의 말씀은 신실해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실수가 없으신 주만 바라라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나라와 뜻이 나의 삶 속에 임하시며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알기를 주만 보기를 소망해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거룩히 살아갈 힘과 두렴 없는 믿음 주실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하나님 완전한 사랑 찬양해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사랑 너는 어여쁘고 참 귀하다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어느 보석보다 귀하다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네가 사랑스럽지 않을 때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너를 온전히 사랑하고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너와 함께 하려 내가 왔노라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사랑 이 사랑은 결코 변치 않아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계절 돌보시네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풀은 마르고 꽃은 시드나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말씀은 신실해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실수가 없으신 주만 바라라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나라와 뜻이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삶 속에 임하시며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알기를 주만 보기를 소망해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거룩히 살아갈 힘과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두렴 없는 믿음 주실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하나님 완전한 사랑 찬양해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찬양하리 만군의 주 영원히 함께 하시네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존귀하신 사랑의 왕 영원히 통치하시네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나라와 뜻이 나의 삶 속에 임하시며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알기를 주만 보기를 소망해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거룩히 살아갈 힘과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두렴 없는 믿음 주실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하나님 완전한 사랑 찬양해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임재 앞에서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주님의 임재 앞에서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권능의 날개 아래서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그의 능하신 행동을 인하여 찬양해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나라 주의 권세 찬양 중에 임하네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원수 굴복 하네 주의 임재 앞에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나라 주의 권세 찬양 중에 임하네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원수 굴복 하네 내가 춤을 출 때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다윗처럼 춤을 추면서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전심으로 주를 즐거워하라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만물들아 찬양하라 영원히 영원히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다윗처럼 춤을 추면서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전심으로 주를 즐거워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만물들아 찬양하라 영원히 영원히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세상의 소금이니 소금이 만일 그 맛을 잃으면 무엇으로 짜게 하리요</a:t>
            </a:r>
            <a:br/>
            <a:r>
              <a:t>후에는 아무 쓸 데 없어 다만 밖에 버려져 사람에게 밟힐 뿐이니라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마5:13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세상의 빛이라 산 위에 있는 동네가 숨겨지지 못할 것이요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마5:14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사람이 등불을 켜서 말 아래에 두지 아니하고 등경 위에 두나니 이러므로 집</a:t>
            </a:r>
            <a:br/>
            <a:r>
              <a:t>안 모든 사람에게 비치느니라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마5:15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이같이 너희 빛이 사람 앞에 비치게 하여 그들로 너희 착한 행실을 보고</a:t>
            </a:r>
            <a:br/>
            <a:r>
              <a:t>하늘에 계신 너희 아버지께 영광을 돌리게 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마5:16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복음은 살아내는 것입니다 (마태복음 5:13~16)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너희는 가서 모든 민족을 제자로 삼아 아버지와 아들과 성령의</a:t>
            </a:r>
            <a:br/>
            <a:r>
              <a:t>이름으로 세례를 베풀고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마28:19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너희에게 분부한 모든 것을 가르쳐 지키게 하라 볼지어다 내가 세상</a:t>
            </a:r>
            <a:br/>
            <a:r>
              <a:t>끝날까지 너희와 항상 함께 있으리라 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마28:20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그러나 너희는 택하신 족속이요 왕 같은 제사장들이요 거룩한 나라요 그의</a:t>
            </a:r>
            <a:br/>
            <a:r>
              <a:t>소유가 된 백성이니 이는 너희를 어두운 데서 불러 내어 그의 기이한 빛에</a:t>
            </a:r>
            <a:br/>
            <a:r>
              <a:t>들어가게 하신 이의 아름다운 덕을 선포하게 하려 하심이라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벧전2:9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세상의 소금이니 소금이 만일 그 맛을 잃으면 무엇으로 짜게 하리요</a:t>
            </a:r>
            <a:br/>
            <a:r>
              <a:t>후에는 아무 쓸 데 없어 다만 밖에 버려져 사람에게 밟힐 뿐이니라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마5:13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네 모든 소제물에 소금을 치라 네 하나님의 언약의 소금을 네 소제에 빼지</a:t>
            </a:r>
            <a:br/>
            <a:r>
              <a:t>못할지니 네 모든 예물에 소금을 드릴지니라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레2:13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너희가 전에는 어둠이더니 이제는 주 안에서 빛이라 빛의 자녀들처럼 행하라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엡5:8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우리의 편지라 우리 마음에 썼고 뭇 사람이 알고 읽는 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고후3:2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우리로 말미암아 나타난 그리스도의 편지니 이는 먹으로 쓴 것이 아니요</a:t>
            </a:r>
            <a:br/>
            <a:r>
              <a:t>오직 살아 계신 하나님의 영으로 쓴 것이며 또 돌판에 쓴 것이 아니요 오직</a:t>
            </a:r>
            <a:br/>
            <a:r>
              <a:t>육의 마음판에 쓴 것이라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고후3:3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이같이 너희 빛이 사람 앞에 비치게 하여 그들로 너희 착한 행실을 보고</a:t>
            </a:r>
            <a:br/>
            <a:r>
              <a:t>하늘에 계신 너희 아버지께 영광을 돌리게 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마5:16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 마음에 그리스도를 주로 삼아 거룩하게 하고 너희 속에 있는 소망에 관한</a:t>
            </a:r>
            <a:br/>
            <a:r>
              <a:t>이유를 묻는 자에게는 대답할 것을 항상 준비하되 온유와 두려움으로 하고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벧전3:15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예수께서 또 말씀하여 이르시되 나는 세상의 빛이니 나를 따르는 자는 어둠에</a:t>
            </a:r>
            <a:br/>
            <a:r>
              <a:t>다니지 아니하고 생명의 빛을 얻으리라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요8:12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(1)주 하나님 지으신 모든 세계 내 마음 속에 그리어 볼 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하나님 지으신 모든 세계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별 울려 퍼지는 뇌성 주님의 권능 우주에 찼네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(2)숲 속이나 험한 산 골짝에서 지저귀는 저 새소리들과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고요하게 흐르는 시냇물은 주님의 솜씨 노래 하도다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(3)주 하나님 독생자 아낌없이 우리를 위해 보내 주셨네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십자가에 피 흘려 죽으신 주 내 모든 죄를 대속 하셨네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(4)내 주 예수 세상에 다시 올 때 저 천국으로 날 인도하리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겸손히 엎드려 경배 하며 영원히 주를 찬양 하리라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높고 위대하심을 내 영혼이 찬양하네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