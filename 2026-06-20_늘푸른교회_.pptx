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따스한 성령님 마음으로 보네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부르신 곳에서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몸을 감싸며 주어지는 평안함 만족함을 느끼네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사랑과 진리의 한줄기 빛 보네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몸을 감싸며 주어지는 평안함 그 사랑을 느끼네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부르신 곳에서 나는 예배하네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어떤 상황에도 나는 예배하네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걸어 갈 때 길이 되고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살아갈 때 삶이 되는 그 곳에서 예배하네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 그 참혹한 십자가에 주 달려 흘린 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그 참혹한 십자가에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샘물 같이 늘 흘러서 죄 씻어 주시네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값 없어도 다 나와서 내 죄를 고하면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 눈보다 더 희도록 참 성결 얻으리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믿노라 나 믿노라 그 보혈 공로를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흠 없어도 피 흘리사 날 구원 하셨네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(2)저 흉악한 한 강도는 제 죄를 깨달아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 없으신 주 예수를 구주로 믿었네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지은 죄 흉악하나 주 예수 믿으면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용서 받은 강도같이 곧 구원 받으리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믿노라 나 믿노라 그 보혈 공로를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흠 없어도 피 흘리사 날 구원 하셨네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(3)온 백성의 죄 사하신 하나님 어린 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십자가 지심으로 온 인류 구했네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영원한 새 나라에 다 같이 모여서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금 거문고 한 곡조로 새 노래 부르리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믿노라 나 믿노라 그 보혈 공로를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흠 없어도 피 흘리사 날 구원 하셨네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주여 나의 마음이 주께로 정해졌으니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 오 주여 나의 마음이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주 찬양하리라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깨어라 나의 영혼아 비파와 수금들어라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새벽에 내가 찬양 하리라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멜로디 멜로디 예수님은 나의 노래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예수 예수님은 나의 노래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하나님 독생자 예수 날 위하여 오시었네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살아계신 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죄 용서하시고 죽음에서 부활하신 나의 구세주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살아계신 주 나의 참된 소망 걱정근심 전혀없네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사랑의 주 내 갈길 인도하니 내모든 삶에 기쁨 늘 충만하네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주안에서 거듭난 생명 도우시는 주의 사랑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참 기쁨과 확신가지고 예수님의 도우심을 믿으며 살리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살아계신 주 나의 참된 소망 걱정근심 전혀없네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사랑의 주 내 갈길 인도하니 내모든 삶에 기쁨 늘 충만하네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언젠가 주 뵐때까지 주를 위해 싸우리라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승리의 길 멀고 험해도 주님께서 나의 앞길 지켜주시리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살아계신 주 나의 참된 소망 걱정근심 전혀없네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사랑의 주 내 갈길 인도하니 내모든 삶에 기쁨 늘 충만하네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이는 성도를 온전하게 하여 봉사의 일을 하게 하며 그리스도의 몸을 세우려</a:t>
            </a:r>
            <a:br/>
            <a:r>
              <a:t>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엡4:12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나를 향한 하나님의 부르심 (에베소서 4:12)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그런즉 누구든지 그리스도 안에 있으면 새로운 피조물이라 이전 것은 지나갔으니</a:t>
            </a:r>
            <a:br/>
            <a:r>
              <a:t>보라 새 것이 되었도다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고후5:17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거기서 더 가시다가 다른 두 형제 곧 세베대의 아들 야고보와 그의 형제</a:t>
            </a:r>
            <a:br/>
            <a:r>
              <a:t>요한이 그의 아버지 세베대와 함께 배에서 그물 깁는 것을 보시고 부르시니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마4:21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상심한 자들을 고치시며 그들의 상처를 싸매시는도다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시147:3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인자가 온 것은 섬김을 받으려 함이 아니라 도리어 섬기려 하고 자기 목숨을</a:t>
            </a:r>
            <a:br/>
            <a:r>
              <a:t>많은 사람의 대속물로 주려 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막10:45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각각 은사를 받은 대로 하나님의 여러 가지 은혜를 맡은 선한 청지기 같이</a:t>
            </a:r>
            <a:br/>
            <a:r>
              <a:t>서로 봉사하라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벧전4:10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너희도 산 돌 같이 신령한 집으로 세워지고 예수 그리스도로 말미암아 하나님이</a:t>
            </a:r>
            <a:br/>
            <a:r>
              <a:t>기쁘게 받으실 신령한 제사를 드릴 거룩한 제사장이 될지니라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벧전2:5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만일 한 지체가 고통을 받으면 모든 지체가 함께 고통을 받고 한 지체가</a:t>
            </a:r>
            <a:br/>
            <a:r>
              <a:t>영광을 얻으면 모든 지체가 함께 즐거워하느니라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고전12:26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부르심에는 후회하심이 없네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하나님의 부르심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이 자리에 선 것도 주의 부르심이라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부르심에는 결코 실수가 없네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부르신 하나님의 신실하심을 믿네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작은 나를 부르신 뜻을 나는 알 수 없지만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감사와 순종으로 주의 길을 가리라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때론 내가 연약해져도 주님 날 도우시니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놀라운 그 계획을 나는 믿으며 살리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부르신 뜻 내 생각보다 크고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향한 계획 나의 지혜로 측량 못하나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가장 좋은 길로 가장 완전한 길로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오늘도 날 이끄심 믿네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부르신 뜻 내 생각보다 크고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향한 계획 나의 지혜로 측량못하나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가장 좋은 길로 가장 완전한 길로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오늘도 날 이끄심 믿네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신실하신 주를 찬양해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영혼이 주가 주신 꺼지지 않는 빛이 있네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주님께 우릴 드릴때 그 빛을 밝혀 주시리라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소망이 없는 어둔 세상에 나아가라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절망에 빠진 형제의 맘에 꺼져만 가는 빛을 보네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떠나 방황하는 자매도 그 빛의 생명 이뤄가네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어둠 속에서 고통받는자 일으키라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맘속에 밝게 빛나는 주를 향한 사랑 빛이 있네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그빛 모아 주께 기도드릴 때에 능력과 힘이 진실하게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연약한 자를 그늘에 아픔 감싸주라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일어나 소망이 없는 어둔 세상에 나아가라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내빛 비춰라 모두 알도록 빛을 들고 세상으로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빛을 들고 세상으로 빛을 비춰라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