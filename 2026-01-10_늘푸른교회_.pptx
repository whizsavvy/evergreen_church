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4059" y="432000"/>
            <a:ext cx="10944000" cy="1188000"/>
          </a:xfrm>
          <a:prstGeom prst="rect">
            <a:avLst/>
          </a:prstGeom>
          <a:noFill/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FF"/>
                </a:solidFill>
                <a:latin typeface="다음_SemiBold"/>
              </a:defRPr>
            </a:pPr>
            <a:r>
              <a:t>주일 1부 예배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4059" y="432000"/>
            <a:ext cx="10944000" cy="1188000"/>
          </a:xfrm>
          <a:prstGeom prst="rect">
            <a:avLst/>
          </a:prstGeom>
          <a:noFill/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FF"/>
                </a:solidFill>
                <a:latin typeface="다음_SemiBold"/>
              </a:defRPr>
            </a:pPr>
            <a:r>
              <a:t>주일 2부 예배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온 세상 창조 주 온 세상 구원자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Winning All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모든 것 이기신 능력의 하나님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모든 만물 주를 찬양해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모든 민족 주께 경배해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모두 승리하리 열방 얻게 되리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하나님께서 통치하시네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모두 승리하리 열방 얻게 되리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위대하신 왕 여호와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하나님 열방을 우리게 주셨네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그 명령 따라서 열방을 취하리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모든 만물 주를 찬양해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모든 민족 주께 경배해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모두 승리하리 열방 얻게 되리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하나님께서 통치하시네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모두 승리하리 열방 얻게 되리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위대하신 왕 여호와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찬양 할렐루야 찬양 할렐루야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하나님께서 통치하시네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찬양 할렐루야 찬양 할렐루야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위대하신 왕 여호와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온 세계와 열방 가운데 예수와 같은 이름 없네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영광의 이름 예수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죄악과 어둔 세상 유일한 소망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예수와 비교할 수 없네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모든 민족을 구원할 이름 예수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그 발 앞에 헛된 우상 무너지리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영광의 이름 예수 찬양하리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처음과 나중 되신 주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영광의 이름 예수 경배하리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온 세계와 열방을 구원하실 주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_신앙고백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4059" y="432000"/>
            <a:ext cx="10944000" cy="1188000"/>
          </a:xfrm>
          <a:prstGeom prst="rect">
            <a:avLst/>
          </a:prstGeom>
          <a:noFill/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FF"/>
                </a:solidFill>
                <a:latin typeface="다음_SemiBold"/>
              </a:defRPr>
            </a:p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_신앙고백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4059" y="432000"/>
            <a:ext cx="10944000" cy="1188000"/>
          </a:xfrm>
          <a:prstGeom prst="rect">
            <a:avLst/>
          </a:prstGeom>
          <a:noFill/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FF"/>
                </a:solidFill>
                <a:latin typeface="다음_SemiBold"/>
              </a:defRPr>
            </a:p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 눈 주의 영광을 보네 우리 가운데 계신 주님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모든 열방 주 볼 때까지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그 빛난 영광 온 하늘 덮고 그 찬송 온땅 가득해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 눈 주의 영광을 보네 찬송 가운데 서신 주님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주님의 얼굴은 온 세상 향하네 권능의 팔을 드셨네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주의 영광 이곳에 가득해 우린 서네 주님과 함께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찬양하며 우린 전진하리 모든 열방 주볼때 까지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하늘 아버지 우릴 새롭게 하사 열방중에서 주를 섬기게 하소서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모든 나라 일어나 찬송 부르며 영광의 주님을 보게 하소서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고개 들어 주를 맞이해 엎드리어 경배하며 찬양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왕의 위엄을 신령과 진정한 찬양으로 영광 돌려 만왕의 왕께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33600" y="5421600"/>
            <a:ext cx="3823199" cy="658800"/>
          </a:xfrm>
          <a:prstGeom prst="roundRect">
            <a:avLst/>
          </a:prstGeom>
          <a:solidFill>
            <a:srgbClr val="2038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3500">
                <a:latin typeface="Pretendard Black"/>
              </a:defRPr>
            </a:pPr>
            <a:r>
              <a:t>성가대 찬양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33600" y="5421600"/>
            <a:ext cx="3823199" cy="658800"/>
          </a:xfrm>
          <a:prstGeom prst="roundRect">
            <a:avLst/>
          </a:prstGeom>
          <a:solidFill>
            <a:srgbClr val="2038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3500">
                <a:latin typeface="Pretendard Black"/>
              </a:defRPr>
            </a:pPr>
            <a:r>
              <a:t>통성기도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33600" y="5421600"/>
            <a:ext cx="3823199" cy="658800"/>
          </a:xfrm>
          <a:prstGeom prst="roundRect">
            <a:avLst/>
          </a:prstGeom>
          <a:solidFill>
            <a:srgbClr val="2038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3500">
                <a:latin typeface="Pretendard Black"/>
              </a:defRPr>
            </a:pPr>
            <a:r>
              <a:t>대표기도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그러므로 형제들아 내가 하나님의 모든 자비하심으로 너희를 권하노니 너희 몸을</a:t>
            </a:r>
            <a:br/>
            <a:r>
              <a:t>하나님이 기뻐하시는 거룩한 산 제물로 드리라 이는 너희가 드릴 영적 예배니라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롬12:1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너희는 이 세대를 본받지 말고 오직 마음을 새롭게 함으로 변화를 받아</a:t>
            </a:r>
            <a:br/>
            <a:r>
              <a:t>하나님의 선하시고 기뻐하시고 온전하신 뜻이 무엇인지 분별하도록 하라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롬12:2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346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00"/>
                </a:solidFill>
                <a:latin typeface="Pretendard Semibold"/>
              </a:defRPr>
            </a:pPr>
            <a:r>
              <a:t>창조신앙 – 예배는 삶의 방향을 바꾼다 (로마서 12:1~2)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그러므로 형제들아 내가 하나님의 모든 자비하심으로 너희를 권하노니 너희 몸을</a:t>
            </a:r>
            <a:br/>
            <a:r>
              <a:t>하나님이 기뻐하시는 거룩한 산 제물로 드리라 이는 너희가 드릴 영적 예배니라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롬12:1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너희는 이 세대를 본받지 말고 오직 마음을 새롭게 함으로 변화를 받아</a:t>
            </a:r>
            <a:br/>
            <a:r>
              <a:t>하나님의 선하시고 기뻐하시고 온전하신 뜻이 무엇인지 분별하도록 하라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롬12:2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태초에 하나님이 천지를 창조하시니라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창1:1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땅이 혼돈하고 공허하며 흑암이 깊음 위에 있고 하나님의 영은 수면 위에</a:t>
            </a:r>
            <a:br/>
            <a:r>
              <a:t>운행하시니라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창1:2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믿음으로 모든 세계가 하나님의 말씀으로 지어진 줄을 우리가 아나니 보이는</a:t>
            </a:r>
            <a:br/>
            <a:r>
              <a:t>것은 나타난 것으로 말미암아 된 것이 아니니라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히11:3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여호와의 말씀으로 하늘이 지음이 되었으며 그 만상을 그의 입 기운으로</a:t>
            </a:r>
            <a:br/>
            <a:r>
              <a:t>이루었도다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시33:6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그가 말씀하시매 이루어졌으며 명령하시매 견고히 섰도다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시33:9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산이 생기기 전, 땅과 세계도 주께서 조성하시기 전 곧 영원부터 영원까지</a:t>
            </a:r>
            <a:br/>
            <a:r>
              <a:t>주는 하나님이시니이다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시90:2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주께서 내 내장을 지으시며 나의 모태에서 나를 만드셨나이다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시139:13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내가 주께 감사하옴은 나를 지으심이 심히 기묘하심이라 주께서 하시는 일이</a:t>
            </a:r>
            <a:br/>
            <a:r>
              <a:t>기이함을 내 영혼이 잘 아나이다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시139:14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이 백성은 내가 나를 위하여 지었나니 나를 찬송하게 하려 함이니라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사43:21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그가 별들의 수효를 세시고 그것들을 다 이름대로 부르시는도다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시147:4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우리 주는 위대하시며 능력이 많으시며 그의 지혜가 무궁하시도다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시147:5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너희는 이 세대를 본받지 말고 오직 마음을 새롭게 함으로 변화를 받아</a:t>
            </a:r>
            <a:br/>
            <a:r>
              <a:t>하나님의 선하시고 기뻐하시고 온전하신 뜻이 무엇인지 분별하도록 하라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롬12:2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우리 주는 위대하며 능력이 많으시도다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비 준비하시니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그의 지혜 무궁하며 인자는 영원하도다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상한 자들 고치시며 상처를 싸매시도다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별들의 수를 세시며 이름을 붙이셨도다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그가 구름으로 하늘을 덮으시며 땅을 위하여 비 준비하시니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예루살렘아 여호와를 찬송할지어다 네 하나님을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감사함으로 그 앞에 나가며 주 임재 앞에 경배해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33600" y="5421600"/>
            <a:ext cx="3823199" cy="658800"/>
          </a:xfrm>
          <a:prstGeom prst="roundRect">
            <a:avLst/>
          </a:prstGeom>
          <a:solidFill>
            <a:srgbClr val="2038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3500">
                <a:latin typeface="Pretendard Black"/>
              </a:defRPr>
            </a:pPr>
            <a:r>
              <a:t>통성기도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33600" y="5421600"/>
            <a:ext cx="3823199" cy="658800"/>
          </a:xfrm>
          <a:prstGeom prst="roundRect">
            <a:avLst/>
          </a:prstGeom>
          <a:solidFill>
            <a:srgbClr val="2038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3500">
                <a:latin typeface="Pretendard Black"/>
              </a:defRPr>
            </a:pPr>
            <a:r>
              <a:t>광고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보라 새 일을 행하시리니 이제 곧 나타내리라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보라 새 일을 행하시리니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주를 위하여 지으신 백성 주의 찬송 부르게되리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광야의 물 솟아 나리라 사막에 꽃 피어나리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이전 일들을 너희는 기억지말며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옛적 일들을 생각지도말라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보라 새일을 행하시리니 이제 곧 나타내리라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주를 위하여 지으신 백성 주의 찬송 부르게되리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광야의 물 솟아 나리라 사막에 꽃 피어나리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이전 일들을 너희는 기억지말며 옛적 일들을 생각지도말라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보라 새일을 행하시리니 이제 곧 나타내리라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주를 위하여 지으신 백성 주의 찬송 부르게되리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보라 새일을 행하시리니 이제 곧 나타내리라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주를 위하여 지으신 백성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주의 찬송 부르게되리 주의 찬송 부르게되리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주의 찬송 부르게되리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33600" y="5421600"/>
            <a:ext cx="3823199" cy="658800"/>
          </a:xfrm>
          <a:prstGeom prst="roundRect">
            <a:avLst/>
          </a:prstGeom>
          <a:solidFill>
            <a:srgbClr val="2038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3500">
                <a:latin typeface="Pretendard Black"/>
              </a:defRPr>
            </a:pPr>
            <a:r>
              <a:t>축도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