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24059" y="432000"/>
            <a:ext cx="10944000" cy="1188000"/>
          </a:xfrm>
          <a:prstGeom prst="rect">
            <a:avLst/>
          </a:prstGeom>
          <a:noFill/>
        </p:spPr>
        <p:txBody>
          <a:bodyPr wrap="none" anchor="ctr">
            <a:normAutofit/>
          </a:bodyPr>
          <a:lstStyle/>
          <a:p>
            <a:pPr algn="ctr">
              <a:defRPr sz="3600">
                <a:solidFill>
                  <a:srgbClr val="FFFFFF"/>
                </a:solidFill>
                <a:latin typeface="다음_SemiBold"/>
              </a:defRPr>
            </a:pPr>
            <a:r>
              <a:t>주일 1부 예배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24059" y="432000"/>
            <a:ext cx="10944000" cy="1188000"/>
          </a:xfrm>
          <a:prstGeom prst="rect">
            <a:avLst/>
          </a:prstGeom>
          <a:noFill/>
        </p:spPr>
        <p:txBody>
          <a:bodyPr wrap="none" anchor="ctr">
            <a:normAutofit/>
          </a:bodyPr>
          <a:lstStyle/>
          <a:p>
            <a:pPr algn="ctr">
              <a:defRPr sz="3600">
                <a:solidFill>
                  <a:srgbClr val="FFFFFF"/>
                </a:solidFill>
                <a:latin typeface="다음_SemiBold"/>
              </a:defRPr>
            </a:pPr>
            <a:r>
              <a:t>주일 2부 예배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(1)예수가 우리를 부르는 소리 그 음성 부드러워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6800" y="4860000"/>
            <a:ext cx="306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000">
                <a:solidFill>
                  <a:srgbClr val="000000"/>
                </a:solidFill>
                <a:latin typeface="Pretendard Black"/>
              </a:defRPr>
            </a:pPr>
            <a:r>
              <a:t>예수가 우리를 부르는 소리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문 앞에 나와서 사면을 보며 우리를 기다리네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오라 오라 방황치 말고 오라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죄 있는 자들아 이리로 오라 주 예수 앞에 오라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(2)간절히 오라고 부르실 때에 우리는 지체하랴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주님의 은혜를 왜 아니 받고 못 들은 체 하려나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오라 오라 방황치 말고 오라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죄 있는 자들아 이리로 오라 주 예수 앞에 오라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(3)세월이 살같이 빠르게 지나 쾌락이 끝이 나고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사망의 그늘이 너와 내 앞에 둘리며 가리우네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오라 오라 방황치 말고 오라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죄 있는 자들아 이리로 오라 주 예수 앞에 오라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(4)우리를 위하여 예비해 두신 영원한 집이 있어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죄 많은 세상을 떠나게 될 때 영접해 주시겠네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오라 오라 방황치 말고 오라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죄 있는 자들아 이리로 오라 주 예수 앞에 오라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026_신앙고백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24059" y="432000"/>
            <a:ext cx="10944000" cy="1188000"/>
          </a:xfrm>
          <a:prstGeom prst="rect">
            <a:avLst/>
          </a:prstGeom>
          <a:noFill/>
        </p:spPr>
        <p:txBody>
          <a:bodyPr wrap="none" anchor="ctr">
            <a:normAutofit/>
          </a:bodyPr>
          <a:lstStyle/>
          <a:p>
            <a:pPr algn="ctr">
              <a:defRPr sz="3600">
                <a:solidFill>
                  <a:srgbClr val="FFFFFF"/>
                </a:solidFill>
                <a:latin typeface="다음_SemiBold"/>
              </a:defRPr>
            </a:p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026_신앙고백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24059" y="432000"/>
            <a:ext cx="10944000" cy="1188000"/>
          </a:xfrm>
          <a:prstGeom prst="rect">
            <a:avLst/>
          </a:prstGeom>
          <a:noFill/>
        </p:spPr>
        <p:txBody>
          <a:bodyPr wrap="none" anchor="ctr">
            <a:normAutofit/>
          </a:bodyPr>
          <a:lstStyle/>
          <a:p>
            <a:pPr algn="ctr">
              <a:defRPr sz="3600">
                <a:solidFill>
                  <a:srgbClr val="FFFFFF"/>
                </a:solidFill>
                <a:latin typeface="다음_SemiBold"/>
              </a:defRPr>
            </a:p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찬양 중에 눈을 들어 주를 주를  보네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6800" y="4860000"/>
            <a:ext cx="306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000">
                <a:solidFill>
                  <a:srgbClr val="000000"/>
                </a:solidFill>
                <a:latin typeface="Pretendard Black"/>
              </a:defRPr>
            </a:pPr>
            <a:r>
              <a:t>호산나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소망 중에 마음 다해 주만 나 바라네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주님을 볼 때 나에게 힘 주시네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주님 안에 모든 두렴 사라져 사라져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호산나 호산나 구원의 주 하나님 찬양 받으실 주님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호산나 호산나 내 안에 임하셔서 주님의 뜻 이루소서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주께 드린 마음 다한 기도 들으소서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주의 나라 상한 영혼들을 새롭게 해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주님을 볼 때 나에게 힘 주시네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주님 안에 모든 두렴 사라져 사라져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호산나 호산나 구원의 주 하나님 찬양 받으실 주님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호산나 호산나 내 안에 임하셔서 주님의 뜻 이루소서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호산나 호산나 구원의 주 하나님 찬양 받으실 주님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호산나 호산나 내 안에 임하셔서 주님의 뜻 이루소서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(1)슬픈 마음 있는 사람 예수 이름 믿으면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6800" y="4860000"/>
            <a:ext cx="306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000">
                <a:solidFill>
                  <a:srgbClr val="000000"/>
                </a:solidFill>
                <a:latin typeface="Pretendard Black"/>
              </a:defRPr>
            </a:pPr>
            <a:r>
              <a:t>슬픈 마음 있는 사람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영원토록 변함없는 기쁜 마음 얻으리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예수의 이름은 세상의 소망이요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예수의 이름은 천국의 기쁨일세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(2)거룩하신 주의 이름 너의 방패 삼으라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환난 시험 당할 때에 주께 기도 드려라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예수의 이름은 세상의 소망이요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예수의 이름은 천국의 기쁨일세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(3)존귀하신 주의 이름 우리 기쁨 되도다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주의 품에 안길 때에 기뻐 찬송 부르리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예수의 이름은 세상의 소망이요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예수의 이름은 천국의 기쁨일세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(4)우리 갈 길 다 간 후에 보좌 앞에 나아가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왕의 왕께 경배하며 면류관을 드리리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예수의 이름은 세상의 소망이요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예수의 이름은 천국의 기쁨일세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온 세계와 열방 가운데 예수와 같은 이름 없네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6800" y="4860000"/>
            <a:ext cx="306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000">
                <a:solidFill>
                  <a:srgbClr val="000000"/>
                </a:solidFill>
                <a:latin typeface="Pretendard Black"/>
              </a:defRPr>
            </a:pPr>
            <a:r>
              <a:t>영광의 이름 예수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죄악과 어둔 세상 유일한 소망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예수와 비교할 수 없네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모든 민족을 구원할 이름 예수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그 발 앞에 헛된 우상 무너지리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영광의 이름 예수 찬양하리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처음과 나중 되신 주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영광의 이름 예수 경배하리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온 세계와 열방을 구원하실 주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약할 때 강함 되시네 나의 보배가 되신 주 주 나의 모든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6800" y="4860000"/>
            <a:ext cx="306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000">
                <a:solidFill>
                  <a:srgbClr val="000000"/>
                </a:solidFill>
                <a:latin typeface="Pretendard Black"/>
              </a:defRPr>
            </a:pPr>
            <a:r>
              <a:t>약할 때 강함 되시네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 안에 있는 보물을 나는 포기할 수 없네 주 나의 모든 것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예수 어린양 존귀한 이름 예수 어린양 존귀한 이름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십자가 죄 사하셨네 주님의 이름 찬양해 주 나의 모든 것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쓰러진 나를 세우고  나의 빈 잔을 채우네 주 나의 모든 것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예수 어린양 존귀한 이름 예수 어린양 존귀한 이름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예수 어린양 존귀한 이름 예수 어린양 존귀한 이름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3600" y="5421600"/>
            <a:ext cx="3823199" cy="658800"/>
          </a:xfrm>
          <a:prstGeom prst="roundRect">
            <a:avLst/>
          </a:prstGeom>
          <a:solidFill>
            <a:srgbClr val="20386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3500">
                <a:latin typeface="Pretendard Black"/>
              </a:defRPr>
            </a:pPr>
            <a:r>
              <a:t>성가대 찬양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3600" y="5421600"/>
            <a:ext cx="3823199" cy="658800"/>
          </a:xfrm>
          <a:prstGeom prst="roundRect">
            <a:avLst/>
          </a:prstGeom>
          <a:solidFill>
            <a:srgbClr val="20386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3500">
                <a:latin typeface="Pretendard Black"/>
              </a:defRPr>
            </a:pPr>
            <a:r>
              <a:t>통성기도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3600" y="5421600"/>
            <a:ext cx="3823199" cy="658800"/>
          </a:xfrm>
          <a:prstGeom prst="roundRect">
            <a:avLst/>
          </a:prstGeom>
          <a:solidFill>
            <a:srgbClr val="20386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3500">
                <a:latin typeface="Pretendard Black"/>
              </a:defRPr>
            </a:pPr>
            <a:r>
              <a:t>대표기도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모세가 백성에게 이르되 너희는 두려워하지 말고 가만히 서서 여호와께서 오늘</a:t>
            </a:r>
            <a:br/>
            <a:r>
              <a:t>너희를 위하여 행하시는 구원을 보라 너희가 오늘 본 애굽 사람을 영원히 다시</a:t>
            </a:r>
            <a:br/>
            <a:r>
              <a:t>보지 아니하리라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출14:13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여호와께서 너희를 위하여 싸우시리니 너희는 가만히 있을지니라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출14:14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346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600">
                <a:solidFill>
                  <a:srgbClr val="FFFF00"/>
                </a:solidFill>
                <a:latin typeface="Pretendard Semibold"/>
              </a:defRPr>
            </a:pPr>
            <a:r>
              <a:t>하나님이 우리를 당황하게 하실 때 (출애굽기 14:13–14)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모세가 백성에게 이르되 너희는 두려워하지 말고 가만히 서서 여호와께서 오늘</a:t>
            </a:r>
            <a:br/>
            <a:r>
              <a:t>너희를 위하여 행하시는 구원을 보라 너희가 오늘 본 애굽 사람을 영원히 다시</a:t>
            </a:r>
            <a:br/>
            <a:r>
              <a:t>보지 아니하리라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출14:13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이스라엘 자손에게 명령하여 돌이켜 바다와 믹돌 사이의 비하히롯 앞 곧</a:t>
            </a:r>
            <a:br/>
            <a:r>
              <a:t>바알스본 맞은편 바닷가에 장막을 치게 하라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출14:2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내가 바로의 마음을 완악하게 한즉 바로가 그들의 뒤를 따르리니 내가 그와</a:t>
            </a:r>
            <a:br/>
            <a:r>
              <a:t>그의 온 군대로 말미암아 영광을 얻어 애굽 사람들이 나를 여호와인 줄 알게</a:t>
            </a:r>
            <a:br/>
            <a:r>
              <a:t>하리라 하시매 무리가 그대로 행하니라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출14:4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네 길을 여호와께 맡기라 그를 의지하면 그가 이루시고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시37:5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그러나 내가 가는 길을 그가 아시나니 그가 나를 단련하신 후에는 내가 순금</a:t>
            </a:r>
            <a:br/>
            <a:r>
              <a:t>같이 되어 나오리라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욥23:10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그들이 또 모세에게 이르되 애굽에 매장지가 없어서 당신이 우리를 이끌어 내어</a:t>
            </a:r>
            <a:br/>
            <a:r>
              <a:t>이 광야에서 죽게 하느냐 어찌하여 당신이 우리를 애굽에서 이끌어 내어</a:t>
            </a:r>
            <a:br/>
            <a:r>
              <a:t>우리에게 이같이 하느냐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출14:11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자기 자신은 광야로 들어가 하룻길쯤 가서 한 로뎀 나무 아래에 앉아서 자기가</a:t>
            </a:r>
            <a:br/>
            <a:r>
              <a:t>죽기를 원하여 이르되 여호와여 넉넉하오니 지금 내 생명을 거두시옵소서 나는</a:t>
            </a:r>
            <a:br/>
            <a:r>
              <a:t>내 조상들보다 낫지 못하니이다 하고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왕상19:4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모세가 백성에게 이르되 너희는 두려워하지 말고 가만히 서서 여호와께서 오늘</a:t>
            </a:r>
            <a:br/>
            <a:r>
              <a:t>너희를 위하여 행하시는 구원을 보라 너희가 오늘 본 애굽 사람을 영원히 다시</a:t>
            </a:r>
            <a:br/>
            <a:r>
              <a:t>보지 아니하리라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출14:13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모세가 바다 위로 손을 내밀매 여호와께서 큰 동풍이 밤새도록 바닷물을</a:t>
            </a:r>
            <a:br/>
            <a:r>
              <a:t>물러가게 하시니 물이 갈라져 바다가 마른 땅이 된지라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출14:21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믿음으로 그들은 홍해를 육지 같이 건넜으나 애굽 사람들은 이것을 시험하다가</a:t>
            </a:r>
            <a:br/>
            <a:r>
              <a:t>빠져 죽었으며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히11:29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온 땅의 주 여호와의 궤를 멘 제사장들의 발바닥이 요단 물을 밟고 멈추면</a:t>
            </a:r>
            <a:br/>
            <a:r>
              <a:t>요단 물 곧 위에서부터 흘러내리던 물이 끊어지고 한 곳에 쌓여 서리라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수3:13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오라 하시니 베드로가 배에서 내려 물 위로 걸어서 예수께로 가되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마14:29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여호와께서 너희를 위하여 싸우시리니 너희는 가만히 있을지니라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출14:14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슬프도소이다 주 여호와여 주께서 큰 능력과 펴신 팔로 천지를 지으셨사오니</a:t>
            </a:r>
            <a:br/>
            <a:r>
              <a:t>주에게는 할 수 없는 일이 없으시니이다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렘32:17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나 여호와는 변하지 아니하나니 그러므로 야곱의 자손들아 너희가 소멸되지</a:t>
            </a:r>
            <a:br/>
            <a:r>
              <a:t>아니하느니라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말3:6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238000"/>
            <a:ext cx="12193200" cy="1512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l">
              <a:defRPr sz="3000">
                <a:solidFill>
                  <a:srgbClr val="FFFFFF"/>
                </a:solidFill>
                <a:latin typeface="Pretendard Semibold"/>
              </a:defRPr>
            </a:pPr>
            <a:r>
              <a:t>여호와께서 모세에게 이르시되 너는 어찌하여 내게 부르짖느냐 이스라엘 자손에게</a:t>
            </a:r>
            <a:br/>
            <a:r>
              <a:t>명령하여 앞으로 나아가게 하고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698000"/>
            <a:ext cx="288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400">
                <a:solidFill>
                  <a:srgbClr val="000000"/>
                </a:solidFill>
                <a:latin typeface="Pretendard Black"/>
              </a:defRPr>
            </a:pPr>
            <a:r>
              <a:t>출14:15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할 수 있다 하신 이는 나의 능력 주 하나님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6800" y="4860000"/>
            <a:ext cx="306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000">
                <a:solidFill>
                  <a:srgbClr val="000000"/>
                </a:solidFill>
                <a:latin typeface="Pretendard Black"/>
              </a:defRPr>
            </a:pPr>
            <a:r>
              <a:t>할 수 있다 하신 이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의심 말라 하시고 물결 위 걸으라 하시네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할 수 있다 하신 주 할 수 있다 하신 주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믿음 만이 믿음 만이 능력이라 하시네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믿음 만이 믿음 만이 능력이라 하시네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할 수 있다 하신 이는 나의 능력 주 하나님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나를 바라보시고 능력 준다 하시네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할 수 있다 하신 주 할 수 있다 하신 주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사랑 만이 사랑 만이 능력이라 하시네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사랑 만이 사랑 만이 능력이라 하시네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할 수 있다 하신 이는 나의 능력 주 하나님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주저 말라 하시고 십자가를 지라 하시네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할 수 있다 하신 주 할 수 있다 하신 주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희생 만이 희생 만이 능력이라 하시네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희생 만이 희생 만이 능력이라 하시네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할 수 있다 하신 이는 나의 능력 주 하나님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낙심 말라 하시고 기도하라 하시네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할 수 있다 하신 주 할 수 있다 하신 주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기도 만이 기도 만이 능력이라 하시네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기도 만이 기도 만이 능력이라 하시네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3600" y="5421600"/>
            <a:ext cx="3823199" cy="658800"/>
          </a:xfrm>
          <a:prstGeom prst="roundRect">
            <a:avLst/>
          </a:prstGeom>
          <a:solidFill>
            <a:srgbClr val="20386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3500">
                <a:latin typeface="Pretendard Black"/>
              </a:defRPr>
            </a:pPr>
            <a:r>
              <a:t>통성기도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3600" y="5421600"/>
            <a:ext cx="3823199" cy="658800"/>
          </a:xfrm>
          <a:prstGeom prst="roundRect">
            <a:avLst/>
          </a:prstGeom>
          <a:solidFill>
            <a:srgbClr val="20386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3500">
                <a:latin typeface="Pretendard Black"/>
              </a:defRPr>
            </a:pPr>
            <a:r>
              <a:t>광고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이 땅 위에 하나님의 교회 부르심을 따라일어나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6800" y="4860000"/>
            <a:ext cx="3060000" cy="540000"/>
          </a:xfrm>
          <a:prstGeom prst="rect">
            <a:avLst/>
          </a:prstGeom>
          <a:solidFill>
            <a:srgbClr val="FFFFFF"/>
          </a:solidFill>
        </p:spPr>
        <p:txBody>
          <a:bodyPr wrap="none" anchor="ctr">
            <a:normAutofit/>
          </a:bodyPr>
          <a:lstStyle/>
          <a:p>
            <a:pPr algn="ctr">
              <a:defRPr sz="2000">
                <a:solidFill>
                  <a:srgbClr val="000000"/>
                </a:solidFill>
                <a:latin typeface="Pretendard Black"/>
              </a:defRPr>
            </a:pPr>
            <a:r>
              <a:t>부흥 2000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거치른 광야 외치는 소리로 거듭 거듭 피어나라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성령이여 이세대를 향해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주의 진리를 선포케 하소서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십자가에서 죽으신 그 사랑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우리 사랑 되게하소서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닫힌 문들아 열릴찌어다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모든세대여 일어나라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 예수께 무릎끓고 경배드리세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죽음 이기신 평화의 왕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성령이여 임하소서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초대교회 역사같은 권능으로 모든교회 일으켜주소서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일어나라 빛 발하라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승리의 기 높이들고 전진하라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4059" y="5400000"/>
            <a:ext cx="10944000" cy="1188000"/>
          </a:xfrm>
          <a:prstGeom prst="rect">
            <a:avLst/>
          </a:prstGeom>
          <a:solidFill>
            <a:srgbClr val="203864"/>
          </a:solidFill>
        </p:spPr>
        <p:txBody>
          <a:bodyPr wrap="none" anchor="ctr">
            <a:normAutofit/>
          </a:bodyPr>
          <a:lstStyle/>
          <a:p>
            <a:pPr algn="ctr">
              <a:defRPr sz="3500">
                <a:solidFill>
                  <a:srgbClr val="FFFFFF"/>
                </a:solidFill>
                <a:latin typeface="Pretendard Semibold"/>
              </a:defRPr>
            </a:pPr>
            <a:r>
              <a:t>주님 오실 길 예비하라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3600" y="5421600"/>
            <a:ext cx="3823199" cy="658800"/>
          </a:xfrm>
          <a:prstGeom prst="roundRect">
            <a:avLst/>
          </a:prstGeom>
          <a:solidFill>
            <a:srgbClr val="20386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3500">
                <a:latin typeface="Pretendard Black"/>
              </a:defRPr>
            </a:pPr>
            <a:r>
              <a:t>축도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