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송축해 내 영혼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해가 뜨는 새 아침 밝았네 이제 다시 주님 찬양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일이나 어떤 일이 내게 놓여도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저녁이 올때 나는 노래해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노하기를 더디하시는 주 그의 크신 사랑 넘치네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선하심 내가 노래하리 수 많은 이유로 나 노래해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그 날에 나의 힘 다하고 나의 삶에 여정 마칠 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끝없는 찬양 드리리라 수 많은 세월 지나 영원히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(1)슬픈 마음 있는 사람 예수 이름 믿으면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슬픈 마음 있는 사람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변함없는 기쁜 마음 얻으리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(2)거룩하신 주의 이름 너의 방패 삼으라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환난 시험 당할 때에 주께 기도 드려라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(3)존귀하신 주의 이름 우리 기쁨 되도다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품에 안길 때에 기뻐 찬송 부르리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(4)우리 갈 길 다 간 후에 보좌 앞에 나아가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왕의 왕께 경배하며 면류관을 드리리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세상의 소망이요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이름은 천국의 기쁨일세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물이 포도주 되고 눈먼 자 눈을 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크신 내 주님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밖에 없네 주 밖에 어둠을 비추시며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우리를 일으키네 주 밖에 없네 주 밖에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멈추리요 주가 함께 하시면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대적하리 주 함께 하시면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멈추리요 주가 함께 하시면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대적하리 주 함께 하시면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열방의 소망 예수 우리의 위로자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열방의 소망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온 땅의 영원한 소망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어둠 속의 빛 예수 변함없는 진리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온 땅에 빛이 되시네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위에 죽으시고 다시 사신 생명의 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주님만이 소망이요 변함없는 반석이라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주님만이 온 세상을 비추시네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죽음에서 부활하신 우리 구주 평강의 왕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믿는 모든 자의 소망되신 주를 믿네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주는 위대하며 능력이 많으시도다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비 준비하시니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지혜 무궁하며 인자는 영원하도다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자들 고치시며 상처를 싸매시도다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별들의 수를 세시며 이름을 붙이셨도다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그가 구름으로 하늘을 덮으시며 땅을 위하여 비 준비하시니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예루살렘아 여호와를 찬송할지어다 네 하나님을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그 앞에 나가며 주 임재 앞에 경배해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심었고 아볼로는 물을 주었으되 오직 하나님께서 자라나게 하셨나니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고전3:6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심는 이나 물 주는 이는 아무 것도 아니로되 오직 자라게 하시는 이는</a:t>
            </a:r>
            <a:br/>
            <a:r>
              <a:t>하나님뿐이니라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고전3:7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자라게 하시는 하나님 (고린도전서 3:6~7)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이르시되 내가 은혜 베풀 때에 너에게 듣고 구원의 날에 너를 도왔다 하셨으니</a:t>
            </a:r>
            <a:br/>
            <a:r>
              <a:t>보라 지금은 은혜 받을 만한 때요 보라 지금은 구원의 날이로다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고후6:2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나를 보내신 아버지께서 이끌지 아니하시면 아무도 내게 올 수 없으니 오는</a:t>
            </a:r>
            <a:br/>
            <a:r>
              <a:t>그를 내가 마지막 날에 다시 살리리라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요6:44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이르되 주 예수를 믿으라 그리하면 너와 네 집이 구원을 받으리라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행16:31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빌립이 입을 열어 이 글에서 시작하여 예수를 가르쳐 복음을 전하니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행8:35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주인이 종에게 이르되 길과 산울타리 가로 나가서 사람을 강권하여 데려다가 내</a:t>
            </a:r>
            <a:br/>
            <a:r>
              <a:t>집을 채우라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눅14:23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형제들아 너희가 스스로 지혜 있다 하면서 이 신비를 너희가 모르기를 내가</a:t>
            </a:r>
            <a:br/>
            <a:r>
              <a:t>원하지 아니하노니 이 신비는 이방인의 충만한 수가 들어오기까지 이스라엘의</a:t>
            </a:r>
            <a:br/>
            <a:r>
              <a:t>더러는 우둔하게 된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롬11:25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너희는 가서 모든 민족을 제자로 삼아 아버지와 아들과 성령의</a:t>
            </a:r>
            <a:br/>
            <a:r>
              <a:t>이름으로 세례를 베풀고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마28:19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너희에게 분부한 모든 것을 가르쳐 지키게 하라 볼지어다 내가 세상</a:t>
            </a:r>
            <a:br/>
            <a:r>
              <a:t>끝날까지 너희와 항상 함께 있으리라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마28:20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세상을 이처럼 사랑하사 독생자를 주셨으니 이는 그를 믿는 자마다</a:t>
            </a:r>
            <a:br/>
            <a:r>
              <a:t>멸망하지 않고 영생을 얻게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요3:16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그리스도의 사랑이 우리를 강권하시는도다 우리가 생각하건대 한 사람이 모든</a:t>
            </a:r>
            <a:br/>
            <a:r>
              <a:t>사람을 대신하여 죽었은즉 모든 사람이 죽은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모든 사람에게서 자유로우나 스스로 모든 사람에게 종이 된 것은 더 많은</a:t>
            </a:r>
            <a:br/>
            <a:r>
              <a:t>사람을 얻고자 함이라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고전9:19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약한 자들에게 내가 약한 자와 같이 된 것은 약한 자들을 얻고자 함이요 내가</a:t>
            </a:r>
            <a:br/>
            <a:r>
              <a:t>여러 사람에게 여러 모습이 된 것은 아무쪼록 몇 사람이라도 구원하고자 함이니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고전9:22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복음을 부끄러워하지 아니하노니 이 복음은 모든 믿는 자에게 구원을</a:t>
            </a:r>
            <a:br/>
            <a:r>
              <a:t>주시는 하나님의 능력이 됨이라 먼저는 유대인에게요 그리고 헬라인에게로다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롬1:16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그의 여주인에게 이르되 우리 주인이 사마리아에 계신 선지자 앞에 계셨으면</a:t>
            </a:r>
            <a:br/>
            <a:r>
              <a:t>좋겠나이다 그가 그 나병을 고치리이다 하는지라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왕하5:3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나아만이 이르되 그러면 청하건대 노새 두 마리에 실을 흙을 당신의 종에게</a:t>
            </a:r>
            <a:br/>
            <a:r>
              <a:t>주소서 이제부터는 종이 번제물과 다른 희생제사를 여호와 외 다른 신에게는</a:t>
            </a:r>
            <a:br/>
            <a:r>
              <a:t>드리지 아니하고 다만 여호와께 드리겠나이다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왕하5:17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말씀을 전파하라 때를 얻든지 못 얻든지 항상 힘쓰라 범사에 오래 참음과</a:t>
            </a:r>
            <a:br/>
            <a:r>
              <a:t>가르침으로 경책하며 경계하며 권하라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딤후4:2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(1)부름 받아 나선 이 몸 어디든지 가오리다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부름 받아 나선 이 몸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괴로우나 즐거우나 주만 따라 가오리니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누가 막으리까 죽음인들 막으리까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누가 막으리까 죽음인들 막으리까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(2)이골 골짝 빈들에도 복음 들고 가오리다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소돔 같은 거리에도 사랑 안고 찾아가서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종의 몸에 지닌 것도 아낌없이 드리리다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종의 몸에 지닌 것도 아낌없이 드리리다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(3)존귀 영광 모든 권세 주님 홀로 받으소서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멸시 천대 십자가는 제 가지고 가오리다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이름 없이 빛도 없이 감사하며 섬기리다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이름 없이 빛도 없이 감사하며 섬기리다 아멘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변화되리 예수 모든 상처 치유되리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날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 것은 지나가리라 그 날에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모두 알게 되리 예수 모든 답을 얻게 되리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걱정 사라지리 그 날에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그 날에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자유케 되리라 예수 모든 고통은 끝나리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주 영광 보리라 그 날에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 주의 얼굴 보리 예수 크신 은혜 알게 되리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홀연히 변화되리라 또 홀연히 변화되리라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홀연히 변화되리라 그 날에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날에 천국에서 영원한 기쁨 주와 나누리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뵐 때 승리의 노래 부르리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노래 부르리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