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참으신 어린양 예수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십자가를 참으신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죄 씻어 주시고 구속하셨네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물리치신 세상의 빛 예수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빛 비추사 자유케 하시네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완전한 사랑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값없는 은혜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놀라운 지혜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아름다운 그 이름 예수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참으신 어린양 예수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죄 씻어 주시고 구속하셨네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물리치신 세상의 빛 예수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빛 비추사 자유케 하시네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완전한 사랑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값없는 은혜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놀라운 지혜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아름다운 그 이름 예수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같은 분 없네 주께 영광 돌리세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같은 분 없네 주께 영광 돌리세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영광돌리세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완전한 사랑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값없는 은혜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하나님의 놀라운 지혜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아름다운 그 이름 예수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사랑합니다 사랑합니다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더 원합니다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마음 다하여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주님한분만 간절히 더 원합니다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넘쳐나네 넘쳐나네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내 속의 갈망이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주님께로 날 이끌어 주소서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더 원합니다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신앙고백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위에 주님밖에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하늘 위에 주님 밖에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사모할 자 이 세상에 없네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맘과 힘은 믿을 수 없네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한가지 그 진리를 믿네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위에 주님밖에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사모할 자 이 세상에 없네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맘과 힘은 믿을 수 없네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한가지 그 진리를 믿네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 영원히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사모할 자 이 세상에 없네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맘과 힘은 믿을 수 없네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한가지 그 진리를 믿네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의지하리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영원히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(1)우리를 죄에서 구하시려 주 예수 십자가 지셨으니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우리를 죄에서 구하시려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기쁘게 부르세 할렐루야 나 구원 얻었네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주님 나를 구하셨네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주가 구원 하셨네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(2)우리를 주께서 구했으니 이전에 행하던 악한일과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추하고 더러운 모든 죄를 온전히 버렸네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주님 나를 구하셨네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주가 구원 하셨네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 지금 죄에서 사함 받아 거룩한 백성이 되었으니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육신 장막을 벗을 때도 겁날 것 없겠네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주님 나를 구하셨네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주가 구원 하셨네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(4)우리가 이 세상 떠날 때에 예수의 손목을 굳게 잡고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즐거운 천국에서 주 함께 살겠네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주님 나를 구하셨네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 하세 찬송 하세 주가 구원 하셨네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앙망하는 자 새 힘을 얻으리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앙망하는 자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독수리 올라감 같이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종일 달려도 피곤치 않으리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하늘까지 오르리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I Will Run To You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I Will Run With You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앞에 설 때까지I Will Run To You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성령 임할 때 내 영혼 자유해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희락의 영이 임하네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은혜 안에서 뛰놀며 춤추리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외양간 송아지 같이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I Will Run I Will RunI Will Run To You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주 예수여 어서 오시옵소서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마라나타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땅의 모든 끝 모든 족속 주를 찬송하게 하소서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주 예수여 어서 오시옵소서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열방이 주께 돌아와 춤 추며 경배하게 하소서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주님 다시 오실 길을 만들자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들고 땅 끝까지 우린 가리라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주님 하늘 영광 온 땅 덮을 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우린 땅 끝에서 주를 맞으리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마라나타 아멘 주 예수여 오시옵소서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내 목숨을 버리는 것은 그것을 내가 다시 얻기 위함이니 이로 말미암아</a:t>
            </a:r>
            <a:br/>
            <a:r>
              <a:t>아버지께서 나를 사랑하시느니라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요10:17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이를 내게서 빼앗는 자가 있는 것이 아니라 내가 스스로 버리노라 나는 버릴</a:t>
            </a:r>
            <a:br/>
            <a:r>
              <a:t>권세도 있고 다시 얻을 권세도 있으니 이 계명은 내 아버지에게서 받았노라</a:t>
            </a:r>
            <a:br/>
            <a:r>
              <a:t>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요10:18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내가 내 목숨을 버리는 것은(요 10:17~18)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빛이 어둠에 비치되 어둠이 깨닫지 못하더라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하나님께로부터 보내심을 받은 사람이 있으니 그의 이름은 요한이라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요1:6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많은 사람이 왔다가 말하되 요한은 아무 표적도 행하지 아니하였으나 요한이 이</a:t>
            </a:r>
            <a:br/>
            <a:r>
              <a:t>사람을 가리켜 말한 것은 다 참이라 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요10:41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예루살렘에 수전절이 이르니 때는 겨울이라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요10:22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대답하여 이르시되 너희가 이 성전을 헐라 내가 사흘 동안에</a:t>
            </a:r>
            <a:br/>
            <a:r>
              <a:t>일으키리라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요2:19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유대인들이 이르되 이 성전은 사십육 년 동안에 지었거늘 네가 삼 일 동안에</a:t>
            </a:r>
            <a:br/>
            <a:r>
              <a:t>일으키겠느냐 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요2:20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예수는 성전된 자기 육체를 가리켜 말씀하신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요2:21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유대인들이 다시 돌을 들어 치려 하거늘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요10:31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성전 안 솔로몬 행각에서 거니시니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요10:23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아버지께서 나를 아시고 내가 아버지를 아는 것 같으니 나는 양을 위하여</a:t>
            </a:r>
            <a:br/>
            <a:r>
              <a:t>목숨을 버리노라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요10:15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내 목숨을 버리는 것은 그것을 내가 다시 얻기 위함이니 이로 말미암아</a:t>
            </a:r>
            <a:br/>
            <a:r>
              <a:t>아버지께서 나를 사랑하시느니라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요10:17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하물며 아버지께서 거룩하게 하사 세상에 보내신 자가 나는 하나님의 아들이라</a:t>
            </a:r>
            <a:br/>
            <a:r>
              <a:t>하는 것으로 너희가 어찌 신성모독이라 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요10:36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다시 요단 강 저편 요한이 처음으로 세례 베풀던 곳에 가사 거기 거하시니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요10:40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어린 양은 흠 없고 일 년 된 수컷으로 하되 양이나 염소 중에서 취하고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출12:5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달 열나흗날까지 간직하였다가 해 질 때에 이스라엘 회중이 그 양을 잡고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출12:6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가나의 혼인잔치에서 물을 포도주로 변화시키심 (요 2:1-11)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왕의 신하의 아들을 말씀으로 고치심 (요 4:46-54)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베데스다 연못에서 38년 된 병자를 고치심 (요 5:1-15)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오병이어로 5천 명을 먹이심 (요 6:1-15)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물위를 걸으시고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날 때부터 맹인의 눈을 뜨게 하심 (요 9:1-41)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나사로를 죽음에서 살리심 (요 11:1-44)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그들에게 영생을 주노니 영원히 멸망하지 아니할 것이요 또 그들을 내</a:t>
            </a:r>
            <a:br/>
            <a:r>
              <a:t>손에서 빼앗을 자가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요10:28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그들을 주신 내 아버지는 만물보다 크시매 아무도 아버지 손에서 빼앗을 수</a:t>
            </a:r>
            <a:br/>
            <a:r>
              <a:t>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요10:29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성경에서 영생을 얻는 줄 생각하고 성경을 연구하거니와 이 성경이 곧</a:t>
            </a:r>
            <a:br/>
            <a:r>
              <a:t>내게 대하여 증언하는 것이니라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요5:39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이것을 기록함은 너희로 예수께서 하나님의 아들 그리스도이심을 믿게 하려</a:t>
            </a:r>
            <a:br/>
            <a:r>
              <a:t>함이요 또 너희로 믿고 그 이름을 힘입어 생명을 얻게 하려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요20:31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이 보배를 질그릇에 가졌으니 이는 심히 큰 능력은 하나님께 있고</a:t>
            </a:r>
            <a:br/>
            <a:r>
              <a:t>우리에게 있지 아니함을 알게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고후4:7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항상 예수의 죽음을 몸에 짊어짐은 예수의 생명이 또한 우리 몸에</a:t>
            </a:r>
            <a:br/>
            <a:r>
              <a:t>나타나게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고후4:10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아버지의 뜻은 아들을 보고 믿는 자마다 영생을 얻는 이것이니 마지막 날에</a:t>
            </a:r>
            <a:br/>
            <a:r>
              <a:t>내가 이를 다시 살리리라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요6:40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사랑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주님은 나의 사랑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삶의 이유 되시며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어둠속에 내 소망 내 노래 되시네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주신 기쁨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날이 갈수록 커져가리라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감사를 드리리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주신 것 다 알수가 없네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우릴 선택해 불러주셨네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보좌로부터 생명과 강건함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곳에나 흘러 넘치네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사랑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삶의 이유 되시며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어둠속에 내 소망 내 노래 되시네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주신 기쁨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날이 갈수록 커져가리라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감사를 드리리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영원히 높이며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찬양의 제사 주께 드리리라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계신 곳에 나 살기 원하니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닮도록 날 빚으소서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사랑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삶의 이유 되시며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어둠속에 내 소망 내 노래 되시네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주신 기쁨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날이 갈수록 커져가리라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감사를 드리리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감사를 드리리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 영원히 감사를 드리리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하늘에 계신 아버지 이름 거룩하사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하늘에 계신(주기도문)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주님나라 임하시고 뜻이 이루어지이다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일용할 양식 주시고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우리들의 큰 죄 다 용서하옵시고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시험에 들게 마시고 악에서 구원하소서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대개 주의 나라 주의 권세 주의 영광 영원히 아멘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