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주 되신 주를 참 사랑하고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주 되신 주를 참 사랑하고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곧 그에게 죄를 다 고합니다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은혜를 주신 내 예수시니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전보다 더욱 사랑 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 날 사랑하사 구하시려고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십자가 고난 당하셨도다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가시관 쓰신 내 주 뵈오니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전보다 더욱 사랑 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(3)내 평생에 힘 쓸 그 큰 의무는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덕을 늘 기림이라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숨질 때에 까지 내 할 말씀은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전보다 더욱 사랑 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(4)그 영광의 나라 나 들어가서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풍성한 은혜 늘 감사하리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금 면류관 쓰고 나 찬송할 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전보다 더욱 사랑 합니다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완전하신 나의 주 의의 길로 날 인도하소서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완전하신 나의 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행하신 모든일 주님의 영광 다 경배합니다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완전하신 나의 주 의의 길로 날 인도하소서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행하신 모든일 주님의 영광 다 경배합니다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예배합니다 찬양합니다 주님만 날 다스리소서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예배합니다 찬양합니다 주님 홀로 높임 받으소서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(1)내가 매일 기쁘게 순례의 길 행함은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내가 매일 기쁘게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팔이 나를 안보함이요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주의 큰 복을 받는 참된 비결은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(2)전에 죄에 빠져서 평안함이 없을 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십자가의 공로 힘 입어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발 아래 엎드려 참된 평화 얻음은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(3)나와 동행하시고 모든 염려 아시니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숲의 새와 같이 기쁘다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기쁜 맘으로 주의 뜻을 행함은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(4)세상 모든 욕망과 나의 모든 정욕은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이미 못을 박았네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밤이 지나고 무거운 짐 벗으니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(1)온 세상 위하여 나 복음 전하리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온 세상 위하여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만백성 모두 나와서 주 말씀 들으라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 중에 빠져서 헤매는 자들아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음성 듣고서 너 구원 받으라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전하고 기도해 매일 증인 되리라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모든 사람 다 듣고 그 사랑 알도록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(2)온 세상 위하여 이 복음 전하리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죄인 회개 하고서 주 예수 믿으라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세상 구하려 주 돌아가신 것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증거 하지 않으면 그 사랑 모르리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전하고 기도해 매일 증인 되리라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모든 사람 다 듣고 그 사랑 알도록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(3)온 세상 위하여 주 은혜 임하니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이름 힘입어 이 복음 전하자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먼 곳에 나가서 전하지 못해도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어느 곳에 있든지 늘 기도 힘쓰리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전하고 기도해 매일 증인 되리라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모든 사람 다 듣고 그 사랑 알도록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영혼이 은총 입어 중한 죄 짐 벗고 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영혼이 은총 입어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슬픔 많은 이 세상도 천국으로 화하도다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(2)주의 얼굴 뵙기 전에 멀리 뵈던 하늘나라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 속에 이뤄지니 날로 날로 가깝도다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(3)높은 산이 거친 들이 초막이나 궁궐이나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 모신 곳이 그 어디나 하늘나라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깊은 절망의 수렁 가운데 주님께 닿을 수 없던 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예수 나의 참 소망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중에 하늘을 향해 주의 이름 나 부를 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뚫고 오신 주 사랑 나의 절망 거두셨네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공로 다 이루셨네 주 예수, 나의 산 소망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주의 자비를 다 알아 한 없는 은혜 측량할까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영광을 떠나 이 땅에 오신 죄가 되신 구주 예수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십자가 내게 말하네 영원히 난 용납됐네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아름다우신 왕 나는 주의 것 그리스도 나의 산 소망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주를 찬양하여라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언약된 아침 장사된 몸에 부활의 호흡 시작됐네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선포 사망이 무너졌도다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사망은 무덤이 더는 우리를 주장할 수 없네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포효 사망이 무너졌도다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승리하셨네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그리스도 나의 산 소망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나의 산 소망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깊은 절망의 수렁 가운데</a:t>
            </a:r>
            <a:br/>
            <a:r>
              <a:t>주님께 닿을 수 없던 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예수 나의 산  소망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밤중에 하늘을 향해</a:t>
            </a:r>
            <a:br/>
            <a:r>
              <a:t>주의 이름 나 부를 때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뚫고 오신 주 사랑</a:t>
            </a:r>
            <a:br/>
            <a:r>
              <a:t>나의 절망 거두셨네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공로 다 이루셨네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주의 자비를 알아</a:t>
            </a:r>
            <a:br/>
            <a:r>
              <a:t>한없는 은혜 측량할까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영광을 떠나 이 땅에 오신</a:t>
            </a:r>
            <a:br/>
            <a:r>
              <a:t>죄를 지신 구주 예수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십자가 내게 말하네</a:t>
            </a:r>
            <a:br/>
            <a:r>
              <a:t>영원히 난 용납됐네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아름다우신 왕 나는 주의 것</a:t>
            </a:r>
            <a:br/>
            <a:r>
              <a:t>그리스도 나의 산 소망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주를 찬양하여라</a:t>
            </a:r>
            <a:br/>
            <a:r>
              <a:t>할렐루야 자유케 하셨도다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(할렐루야)</a:t>
            </a:r>
            <a:br/>
            <a:r>
              <a:t>주를 찬양하여라 (주를 찬양하여라)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구원 있도다 (구원있도다 주님께)</a:t>
            </a:r>
            <a:br/>
            <a:r>
              <a:t>나의 산 소망 (찬양)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워--- 찬양하여라(나의 소망)</a:t>
            </a:r>
            <a:br/>
            <a:r>
              <a:t>워--- 자유주셨네(자유케하셨도다)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워- - -- (워----)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언약된 아침 장사된 몸에</a:t>
            </a:r>
            <a:br/>
            <a:r>
              <a:t>부활의 호흡 시작됐네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선포</a:t>
            </a:r>
            <a:br/>
            <a:r>
              <a:t>사망이 무너졌도다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사망의 무덤이 더는 우리를 주장할 수 없네</a:t>
            </a:r>
            <a:br/>
            <a:r>
              <a:t>유다의 사자 위엄찬 포효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사망이 무너졌도다 사망이 무너졌도다</a:t>
            </a:r>
            <a:br/>
            <a:r>
              <a:t>(주 예수) 주 예수 승리하셨네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(할렐루야) 할렐루야 주를 찬양하여라</a:t>
            </a:r>
            <a:br/>
            <a:r>
              <a:t>(찬양하여라) 할렐루야 자유케 하셨도다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(할렐루야) 할렐루야 (할렐루야)</a:t>
            </a:r>
            <a:br/>
            <a:r>
              <a:t>주를 찬양하여라(찬양하여라)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 주께 구원 있도다 (구원있도다)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  <a:br/>
            <a:r>
              <a:t>할렐루야 주를 찬양하여라 (찬양하여라)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 주께 구원 있도다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  <a:br/>
            <a:r>
              <a:t>(할렐루야) 할렐루야 (할렐루야)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찬양하여라 (찬양하여라)</a:t>
            </a:r>
            <a:br/>
            <a:r>
              <a:t>할렐루야 자유케 하셨도다 죄의 저주 끊으신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구원 있도다 (구원있도다)</a:t>
            </a:r>
            <a:br/>
            <a:r>
              <a:t>주 예수 나의 산 소망 그리스도 나의 산 소망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(주님은) 주님은 나의 산 소망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대답하여 이르시되 진실로 진실로 네게 이르노니 사람이 거듭나지</a:t>
            </a:r>
            <a:br/>
            <a:r>
              <a:t>아니하면 하나님의 나라를 볼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니고데모가 이르되 사람이 늙으면 어떻게 날 수 있사옵나이까 두 번째 모태에</a:t>
            </a:r>
            <a:br/>
            <a:r>
              <a:t>들어갔다가 날 수 있사옵나이까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대답하시되 진실로 진실로 네게 이르노니 사람이 물과 성령으로 나지</a:t>
            </a:r>
            <a:br/>
            <a:r>
              <a:t>아니하면 하나님의 나라에 들어갈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육으로 난 것은 육이요 영으로 난 것은 영이니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네게 거듭나야 하겠다 하는 말을 놀랍게 여기지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복음은 나를 다시 태어나게 한다 (요한복음 3:3~7)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대답하여 이르시되 진실로 진실로 네게 이르노니 사람이 거듭나지</a:t>
            </a:r>
            <a:br/>
            <a:r>
              <a:t>아니하면 하나님의 나라를 볼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요3:3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그런데 바리새인 중에 니고데모라 하는 사람이 있으니 유대인의 지도자라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밤에 예수께 와서 이르되 랍비여 우리가 당신은 하나님께로부터 오신</a:t>
            </a:r>
            <a:br/>
            <a:r>
              <a:t>선생인 줄 아나이다 하나님이 함께 하시지 아니하시면 당신이 행하시는 이</a:t>
            </a:r>
            <a:br/>
            <a:r>
              <a:t>표적을 아무도 할 수 없음이니이다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대답하시되 진실로 진실로 네게 이르노니 사람이 물과 성령으로 나지</a:t>
            </a:r>
            <a:br/>
            <a:r>
              <a:t>아니하면 하나님의 나라에 들어갈 수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육으로 난 것은 육이요 영으로 난 것은 영이니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누구든지 그리스도 안에 있으면 새로운 피조물이라 이전 것은 지나갔으니</a:t>
            </a:r>
            <a:br/>
            <a:r>
              <a:t>보라 새 것이 되었도다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고후5:17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니고데모가 이르되 사람이 늙으면 어떻게 날 수 있사옵나이까 두 번째 모태에</a:t>
            </a:r>
            <a:br/>
            <a:r>
              <a:t>들어갔다가 날 수 있사옵나이까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요3:4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바람이 임의로 불매 네가 그 소리는 들어도 어디서 와서 어디로 가는지 알지</a:t>
            </a:r>
            <a:br/>
            <a:r>
              <a:t>못하나니 성령으로 난 사람도 다 그러하니라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요3:8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광야에서 뱀을 든 것 같이 인자도 들려야 하리니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그를 믿는 자마다 영생을 얻게 하려 하심이니라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아직 죄인 되었을 때에 그리스도께서 우리를 위하여 죽으심으로</a:t>
            </a:r>
            <a:br/>
            <a:r>
              <a:t>하나님께서 우리에 대한 자기의 사랑을 확증하셨느니라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우리가 우리 죄를 자백하면 그는 미쁘시고 의로우사 우리 죄를 사하시며</a:t>
            </a:r>
            <a:br/>
            <a:r>
              <a:t>우리를 모든 불의에서 깨끗하게 하실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요일1:9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모든 것을 해로 여김은 내 주 그리스도 예수를 아는 지식이 가장</a:t>
            </a:r>
            <a:br/>
            <a:r>
              <a:t>고상하기 때문이라 내가 그를 위하여 모든 것을 잃어버리고 배설물로 여김은</a:t>
            </a:r>
            <a:br/>
            <a:r>
              <a:t>그리스도를 얻고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빌3:8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갓난 아기들 같이 순전하고 신령한 젖을 사모하라 이는 그로 말미암아 너희로</a:t>
            </a:r>
            <a:br/>
            <a:r>
              <a:t>구원에 이르도록 자라게 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벧전2:2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네게 거듭나야 하겠다 하는 말을 놀랍게 여기지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무명이어도 공허하지 않은 것은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충만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안에 난 만족함이라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가난하여도 부족하지 않은 것은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안에 오직 나는 부요함이라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고난중에도 견뎌낼 수 있는 것은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계획 믿기 때문이라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실패하여도 일어설 수 있는 것은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안에 오직 나는 승리함이라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예수로 예수로 예수로 충만하네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예수로 예수로 예수로 충만하네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예수로 예수로 예수로 충만하네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영원한 왕 내 안에 살아계시네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몸이 약해도 낙심하지 않는 것은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안에 난 완전함이라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화려한 세상 부럽지 않은 것은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예수로 예수로 충만함이라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예수로 예수로 예수로 충만하네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모든 것들도 부럽지 않네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예수로 예수로 예수로 충만하네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영원한 왕 내 안에 살아계시네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예수로 예수로 예수로 충만하네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모든 풍파도 두렵지 않네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예수로 예수로 예수로 충만하네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영원한 왕 내 안에 살아계시네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성찬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하나님 품으로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보혈을 지나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아버지 품으로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하나님 품으로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한걸음씩 나아가네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존귀한 주 보혈이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영을 새롭게 하시네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준귀한 주 보혈이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영을 새롭게 하네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찬송가 제목을 찾을 수 없습니다.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우린 오늘 눈물로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