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찬송가 제목을 찾을 수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날 위해 버림 받음으로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(1)빈 들에 마른 풀같이 시들은 나의 영혼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빈들에 마른 풀같이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주님이 약속한 성령 간절히 기다리네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(2)반가운 빗소리 들려 산천이 춤을 추네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봄비로 내리는 성령 내게도 주옵소서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(3)철 따라 우로를 내려 초목이 무성하니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갈급한 내 심령 위에 성령을 부으소서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(4)참 되신 사랑의 언약 어길 수 있사오랴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오늘에 흡족한 은혜주실 줄 믿습니다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영혼이 은총 입어 중한 죄 짐 벗고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영혼이 은총 입어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슬픔 많은 이 세상도 천국으로 화하도다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얼굴 뵙기 전에 멀리 뵈던 하늘나라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 속에 이뤄지니 날로 날로 가깝도다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(3)높은 산이 거친 들이 초막이나 궁궐이나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모신 곳이 그 어디나 하늘나라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어찌 날 생각 하시는지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나는 주의 친구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들으시는지 내기도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진실로 날 생각하시네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날사랑하네 놀라워라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어찌 날 생각 하시는지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들으시는지 내기도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진실로 날 생각하시네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날사랑하네 놀라워라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주의 친구  나는 주의 친구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날 친구로 부르셨네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주의 친구 나는 주의 친구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날 친구로 부르셨네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요한의 말을 듣고 예수를 따르는 두 사람 중의 하나는 시몬 베드로의 형제</a:t>
            </a:r>
            <a:br/>
            <a:r>
              <a:t>안드레라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요1:40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먼저 자기의 형제 시몬을 찾아 말하되 우리가 메시야를 만났다 하고</a:t>
            </a:r>
            <a:br/>
            <a:r>
              <a:t>(메시야는 번역하면 그리스도라)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요1:41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데리고 예수께로 오니 예수께서 보시고 이르시되 네가 요한의 아들 시몬이니</a:t>
            </a:r>
            <a:br/>
            <a:r>
              <a:t>장차 게바라 하리라 하시니라 (게바는 번역하면 베드로라)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요1:42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복음은 관계를 통해 흐릅니다 (요한복음 1:40~42)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지혜에 있어서는 이 세상이 자기 지혜로 하나님을 알지 못하므로</a:t>
            </a:r>
            <a:br/>
            <a:r>
              <a:t>하나님께서 전도의 미련한 것으로 믿는 자들을 구원하시기를 기뻐하셨도다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고전1:21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그들이 믿지 아니하는 이를 어찌 부르리요 듣지도 못한 이를 어찌</a:t>
            </a:r>
            <a:br/>
            <a:r>
              <a:t>믿으리요 전파하는 자가 없이 어찌 들으리요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보고 들은 바를 너희에게도 전함은 너희로 우리와 사귐이 있게 하려</a:t>
            </a:r>
            <a:br/>
            <a:r>
              <a:t>함이니 우리의 사귐은 아버지와 그의 아들 예수 그리스도와 더불어 누림이라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요일1:3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여자가 물동이를 버려 두고 동네로 들어가서 사람들에게 이르되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요4:28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행한 모든 일을 내게 말한 사람을 와서 보라 이는 그리스도가 아니냐</a:t>
            </a:r>
            <a:br/>
            <a:r>
              <a:t>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요4:29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동네에서 나와 예수께로 오더라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요4:30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주인이 종에게 이르되 길과 산울타리 가로 나가서 사람을 강권하여 데려다가 내</a:t>
            </a:r>
            <a:br/>
            <a:r>
              <a:t>집을 채우라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눅14:23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세상을 이처럼 사랑하사 독생자를 주셨으니 이는 그를 믿는 자마다</a:t>
            </a:r>
            <a:br/>
            <a:r>
              <a:t>멸망하지 않고 영생을 얻게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당신의 마음이 있는 곳에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 아버지의 마음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마음이 있기를 원해요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당신의 눈물이 고인 곳에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눈물이 고이길 원해요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당신이 바라보는 영혼에게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두 눈이 향하길 원해요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당신이 울고있는 어두운 땅에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두 발이 향하길 원해요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마음이 아버지의 마음 알아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뜻 아버지의 뜻이 될 수 있기를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온몸이 아버지의 마음 알아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삶 당신의 삶 되기를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당신의 마음이 있는 곳에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마음이 있기를 원해요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당신의 눈물이 고인 곳에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눈물이 고이길 원해요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당신이 바라보는 영혼에게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두눈이 향하길 원해요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 당신이 울고있는 어두운 땅에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두발이 향하길 원해요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마음이 아버지의 마음 알아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뜻 아버지의 뜻이 될 수 있기를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온몸이 아버지의 마음 알아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삶 당신의 삶 되기를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마음이 아버지의 마음 알아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뜻 아버지의 뜻이 될 수 있기를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온몸이 아버지의 마음 알아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삶 당신의 삶 되기를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삶 당신의 삶 되기를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하나님 지으신 모든 세계 내 마음 속에 그리어 볼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하나님 지으신 모든 세계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별 울려 퍼지는 뇌성 주님의 권능 우주에 찼네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(2)숲 속이나 험한 산 골짝에서 지저귀는 저 새소리들과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고요하게 흐르는 시냇물은 주님의 솜씨 노래 하도다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 하나님 독생자 아낌없이 우리를 위해 보내 주셨네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피 흘려 죽으신 주 내 모든 죄를 대속 하셨네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주 예수 세상에 다시 올 때 저 천국으로 날 인도하리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겸손히 엎드려 경배 하며 영원히 주를 찬양 하리라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