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세상을 살아가는 동안에 나의 힘을 의지할 수 없으니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원하고 바라고 기도합니다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기도하고 낙심하지 말 것은 주께서 참 소망이 되심이라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꿈이 나의 비젼이 되고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예수님의 성품이 나의 인격이 되고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성령님의 권능이 나의 능력이 되길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원하고 바라고 기도합니다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길을 걸어가는 동안에 세상의 것 의지할 수 없으니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감사하고 낙심하지 말 것은 주께서 참 기쁨이 되심이라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꿈이 나의 비젼이 되고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예수님의 성품이 나의 인격이 되고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성령님의 권능이 나의 능력이 되길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원하고 바라고 기도합니다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원하고 바라고 기도합니다 원하고 바라고 기도합니다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큰 능력 있도다 난 믿네 그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이름 큰 능력 있도다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그 이름 부를 때 새 생명 얻었네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마귀는 떠나가고 갇힌 자 자유케 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큰 능력 있도다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예리한 검처럼 예수의 그 이름 외치며 일어나 나가세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원수는 주 발 앞에 무너져 떠나가네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원수는 주 발 앞에 무너져 떠나가네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이름보다 더 높은 이름 주 예수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안에서 기뻐해 주 안에서 기뻐해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안에서 기뻐해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주신 기쁨으로 기뻐하라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안에서 기뻐해 주 안에서 기뻐해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힘은 주를 기뻐하는 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 춤을 추며 크게 소리 높여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주의 이름 내 마음 다해 찬양해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바라볼 때 새 힘 주시리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힘은 주를 기뻐하는 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무화과 나무 마르고 포도 열매 없어도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늘 함께 하시니 나는 기뻐하고 즐거워 하리로다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예수님 목마릅니다 오시어 기름부으소서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예수님 목마릅니다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사모합니다 오셔서 채워주소서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불로 성령의 불로 임하소서 임하소서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불로 성령의 불로 기름부으소서 기름부으소서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불같은 사랑 드립니다 나의 간구를 들으소서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이세상 어느것 보다 주님을 의지합니다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불로 성령의 불로 임하소서 임하소서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불로 성령의 불로 기름부으소서 기름부으소서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고달픈 삶에 은혜도 무뎌지고 곧 사라질 것에 내 맘 두네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한숨을 바꾸셨네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헛되고 헛된 것들을 바라보며 그 은혜를 놓치며 살았네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주어진 삶을 묵묵히 살아가며 날 붙드신 주 예수를 보네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 가운데 놓여진 나의 삶을 날 건지신 그 이름 예수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한숨을 바꾸셨네 주를 향한 노래로 소망의 노래로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눈물을 거두신 주 예수 이름 안에 살게 하소서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</a:t>
            </a:r>
            <a:br/>
            <a:r>
              <a:t>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예수 나의 산  소망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밤중에 하늘을 향해</a:t>
            </a:r>
            <a:br/>
            <a:r>
              <a:t>주의 이름 나 부를 때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</a:t>
            </a:r>
            <a:br/>
            <a:r>
              <a:t>나의 절망 거두셨네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알아</a:t>
            </a:r>
            <a:br/>
            <a:r>
              <a:t>한없는 은혜 측량할까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</a:t>
            </a:r>
            <a:br/>
            <a:r>
              <a:t>죄를 지신 구주 예수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</a:t>
            </a:r>
            <a:br/>
            <a:r>
              <a:t>영원히 난 용납됐네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</a:t>
            </a:r>
            <a:br/>
            <a:r>
              <a:t>그리스도 나의 산 소망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</a:t>
            </a:r>
            <a:br/>
            <a:r>
              <a:t>할렐루야 자유케 하셨도다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(할렐루야)</a:t>
            </a:r>
            <a:br/>
            <a:r>
              <a:t>주를 찬양하여라 (주를 찬양하여라)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 주님께)</a:t>
            </a:r>
            <a:br/>
            <a:r>
              <a:t>나의 산 소망 (찬양)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워--- 찬양하여라(나의 소망)</a:t>
            </a:r>
            <a:br/>
            <a:r>
              <a:t>워--- 자유주셨네(자유케하셨도다)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 - -- (워----)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</a:t>
            </a:r>
            <a:br/>
            <a:r>
              <a:t>부활의 호흡 시작됐네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</a:t>
            </a:r>
            <a:br/>
            <a:r>
              <a:t>사망이 무너졌도다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사망의 무덤이 더는 우리를 주장할 수 없네</a:t>
            </a:r>
            <a:br/>
            <a:r>
              <a:t>유다의 사자 위엄찬 포효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사망이 무너졌도다 사망이 무너졌도다</a:t>
            </a:r>
            <a:br/>
            <a:r>
              <a:t>(주 예수) 주 예수 승리하셨네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주를 찬양하여라</a:t>
            </a:r>
            <a:br/>
            <a:r>
              <a:t>(찬양하여라) 할렐루야 자유케 하셨도다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(할렐루야)</a:t>
            </a:r>
            <a:br/>
            <a:r>
              <a:t>주를 찬양하여라(찬양하여라)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 (구원있도다)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할렐루야 주를 찬양하여라 (찬양하여라)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(할렐루야) 할렐루야 (할렐루야)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찬양하여라 (찬양하여라)</a:t>
            </a:r>
            <a:br/>
            <a:r>
              <a:t>할렐루야 자유케 하셨도다 죄의 저주 끊으신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(구원있도다)</a:t>
            </a:r>
            <a:br/>
            <a:r>
              <a:t>주 예수 나의 산 소망 그리스도 나의 산 소망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(주님은) 주님은 나의 산 소망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이르시되 우리의 형상을 따라 우리의 모양대로 우리가 사람을 만들고</a:t>
            </a:r>
            <a:br/>
            <a:r>
              <a:t>그들로 바다의 물고기와 하늘의 새와 가축과 온 땅과 땅에 기는 모든 것을</a:t>
            </a:r>
            <a:br/>
            <a:r>
              <a:t>다스리게 하자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자기 형상 곧 하나님의 형상대로 사람을 창조하시되 남자와 여자를</a:t>
            </a:r>
            <a:br/>
            <a:r>
              <a:t>창조하시고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그들에게 복을 주시며 하나님이 그들에게 이르시되 생육하고 번성하여</a:t>
            </a:r>
            <a:br/>
            <a:r>
              <a:t>땅에 충만하라, 땅을 정복하라, 바다의 물고기와 하늘의 새와 땅에 움직이는</a:t>
            </a:r>
            <a:br/>
            <a:r>
              <a:t>모든 생물을 다스리라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이르시되 내가 온 지면의 씨 맺는 모든 채소와 씨 가진 열매 맺는</a:t>
            </a:r>
            <a:br/>
            <a:r>
              <a:t>모든 나무를 너희에게 주노니 너희의 먹을 거리가 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땅의 모든 짐승과 하늘의 모든 새와 생명이 있어 땅에 기는 모든 것에게는</a:t>
            </a:r>
            <a:br/>
            <a:r>
              <a:t>내가 모든 푸른 풀을 먹을 거리로 주노라 하시니 그대로 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창1:30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지으신 그 모든 것을 보시니 보시기에 심히 좋았더라 저녁이 되고</a:t>
            </a:r>
            <a:br/>
            <a:r>
              <a:t>아침이 되니 이는 여섯째 날이니라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창1:31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하나님이 보시기에 심히 좋았더라 (창세기 1:26~31)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이르시되 우리의 형상을 따라 우리의 모양대로 우리가 사람을 만들고</a:t>
            </a:r>
            <a:br/>
            <a:r>
              <a:t>그들로 바다의 물고기와 하늘의 새와 가축과 온 땅과 땅에 기는 모든 것을</a:t>
            </a:r>
            <a:br/>
            <a:r>
              <a:t>다스리게 하자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자기 형상 곧 하나님의 형상대로 사람을 창조하시되 남자와 여자를</a:t>
            </a:r>
            <a:br/>
            <a:r>
              <a:t>창조하시고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그들에게 복을 주시며 하나님이 그들에게 이르시되 생육하고 번성하여</a:t>
            </a:r>
            <a:br/>
            <a:r>
              <a:t>땅에 충만하라, 땅을 정복하라, 바다의 물고기와 하늘의 새와 땅에 움직이는</a:t>
            </a:r>
            <a:br/>
            <a:r>
              <a:t>모든 생물을 다스리라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창1:28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너희는 택하신 족속이요 왕 같은 제사장들이요 거룩한 나라요 그의</a:t>
            </a:r>
            <a:br/>
            <a:r>
              <a:t>소유가 된 백성이니 이는 너희를 어두운 데서 불러 내어 그의 기이한 빛에</a:t>
            </a:r>
            <a:br/>
            <a:r>
              <a:t>들어가게 하신 이의 아름다운 덕을 선포하게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벧전2:9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내 눈에 보배롭고 존귀하며 내가 너를 사랑하였은즉 내가 네 대신</a:t>
            </a:r>
            <a:br/>
            <a:r>
              <a:t>사람들을 내어 주며 백성들이 네 생명을 대신하리니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사43:4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우리는 그가 만드신 바라 그리스도 예수 안에서 선한 일을 위하여 지으심을</a:t>
            </a:r>
            <a:br/>
            <a:r>
              <a:t>받은 자니 이 일은 하나님이 전에 예비하사 우리로 그 가운데서 행하게 하려</a:t>
            </a:r>
            <a:br/>
            <a:r>
              <a:t>하심이니라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엡2:10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아직 죄인 되었을 때에 그리스도께서 우리를 위하여 죽으심으로</a:t>
            </a:r>
            <a:br/>
            <a:r>
              <a:t>하나님께서 우리에 대한 자기의 사랑을 확증하셨느니라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(1)나의 죄를 씻기는 예수의 피 밖에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죄를 씻기는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다시 정케 하기도 예수의 피 밖에 없네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(2)나를 정케 하기는 예수의 피 밖에 없네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사죄하는 증거도 예수의 피 밖에 없네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(3)나의 죄 속하기는 예수의 피 밖에 없네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공로 없으니 예수의 피 밖에 없네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(4)평안함과 소망은 예수의 피 밖에 없네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의는 이것뿐 예수의 피 밖에 없네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(5)영원토록 내 할 말 예수의 피 밖에 없네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찬미 제목은 예수의 피 밖에 없네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찬송가 제목을 찾을 수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하나님 독생자 예수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기뻐하며 왕께 노래부르리 소리 높여 할렐루야 부르리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기뻐하며 왕께 노래 부르리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기뻐하며 왕께 노래부르리 소리 높여 할렐루야 부르리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앞에 나와 찬양 드리며 우리 주님과 함께 기뻐하리라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창조자 나의 구원자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귀한 나의 예수님 찬양합니다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치료자 가장 선한 목자 되신 주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나의 주 찬양하리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 일을 행하시리니 이제 곧 나타내리라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보라 새 일을 행하시리니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광야의 물 솟아 나리라 사막에 꽃 피어나리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일들을 너희는 기억지말며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옛적 일들을 생각지도말라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광야의 물 솟아 나리라 사막에 꽃 피어나리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일들을 너희는 기억지말며 옛적 일들을 생각지도말라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 주의 찬송 부르게되리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새일을 행하시리니 이제 곧 나타내리라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위하여 지으신 백성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찬송 부르게되리 주의 찬송 부르게되리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찬송 부르게되리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