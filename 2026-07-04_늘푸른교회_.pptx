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1부 예배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  <a:r>
              <a:t>주일 2부 예배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송축해 내 영혼 내 영혼아 거룩하신 이름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송축해 내 영혼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이전에 없었던 노래로 나 주님을 경배해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해가 뜨는 새 아침 밝았네 이제 다시 주님 찬양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무슨 일이나 어떤 일이 내게 놓여도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저녁이 올때 나는 노래해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송축해 내 영혼 내 영혼아 거룩하신 이름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이전에 없었던 노래로 나 주님을 경배해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노하기를 더디하시는 주 그의 크신 사랑 넘치네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선하심 내가 노래하리 수 많은 이유로 나 노래해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송축해 내 영혼 내 영혼아 거룩하신 이름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이전에 없었던 노래로 나 주님을 경배해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곧 그 날에 나의 힘 다하고 나의 삶에 여정 마칠 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끝없는 찬양 드리리라 수 많은 세월 지나 영원히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송축해 내 영혼 내 영혼아 거룩하신 이름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이전에 없었던 노래로 나 주님을 경배해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(1)주 예수 이름 높이어 다 찬양 하여라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 예수 이름 높이어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금 면류관을 드려서 만유의 주 찬양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금 면류관을 드려서 만유의 주 찬양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(2)주 예수 당한 고난을 못 잊을 죄인아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네 귀한 보배 바쳐서 만유의 주 찬양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네 귀한 보배 바쳐서 만유의 주 찬양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(3)이 지구 위에 거하는 온 세상 사람들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크신 위엄 높여서 만유의 주 찬양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크신 위엄 높여서 만유의 주 찬양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(4)주 믿는 성도 다 함께 주 앞에 엎드려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무궁한 노래 불러서 만유의 주 찬양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무궁한 노래 불러서 만유의 주 찬양 아멘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2026_신앙고백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4059" y="432000"/>
            <a:ext cx="10944000" cy="1188000"/>
          </a:xfrm>
          <a:prstGeom prst="rect">
            <a:avLst/>
          </a:prstGeom>
          <a:noFill/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FF"/>
                </a:solidFill>
                <a:latin typeface="다음_SemiBold"/>
              </a:defRPr>
            </a:p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신실하심 놀라워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주님의 은혜 내게 넘치네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죄인의 마음 흔드네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자비의 물가로 인도하시니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 무엇도 끊지 못해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주여 기억하소서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백성 자녀들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신실한 주님의 약속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은혜 내게 넘치네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나를 향한 주 은혜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공의와 사랑 놀라워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약한 자 들어쓰시네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구원의 노래로 인도하시니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만백성 함께 찬양해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주여 기억하소서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 백성 자녀들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진실한 주님의 약속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주님의 은혜 내게 넘치네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나를 향한 주 은혜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생수의 강이 내게서 흐르네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생수의 강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저는 자 걷고 눈먼 자 보겠네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옥문 열고 갇힌 자 푸시는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생수의 강이 내게 흘러넘치네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우물물아 솟아나라 솟아나라 넘치도록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솟아나라 넘쳐나게 솟아나서 날 푸소서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주는 위대하며 능력이 많으시도다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비 준비하시니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그의 지혜 무궁하며 인자는 영원하도다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상한 자들 고치시며 상처를 싸매시도다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별들의 수를 세시며 이름을 붙이셨도다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그가 구름으로 하늘을 덮으시며 땅을 위하여 비 준비하시니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예루살렘아 여호와를 찬송할지어다 네 하나님을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감사함으로 그 앞에 나가며 주 임재 앞에 경배해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영혼이 잠잠히 하나님만 바람이여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나의 영혼이 잠잠히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구원이 그에게서 나는도다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영혼아 잠잠히 하나님만 바라라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소망이 저에게서 나는도다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주만이 나의 반석 나의 구원이시니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주만이 나의 산성 내가 요동치 아니하리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영혼이 간절히 여호와를 갈망하며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입술이 여호와를 찬양하리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영혼이 즐거이 여호와를 따르리니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평생에 여호와를 송축하리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주만이 나의 반석 나의 구원이시니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주만이 나의 산성 내가 요동치 아니하리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나의 구원 나의 영광 하나님께 있으니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 힘의 반석과 피난처되시네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주만이 나의 반석 나의 구원이시니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오직 주만이 나의 산성 내가 요동치 아니하리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내가 요동치 아니하리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예수께서 즉시 제자들을 재촉하사 자기가 무리를 보내는 동안에 배를 타고 앞서</a:t>
            </a:r>
            <a:br/>
            <a:r>
              <a:t>건너편으로 가게 하시고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마14:22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무리를 보내신 후에 기도하러 따로 산에 올라가시니라 저물매 거기 혼자</a:t>
            </a:r>
            <a:br/>
            <a:r>
              <a:t>계시더니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마14:23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배가 이미 육지에서 수 리나 떠나서 바람이 거스르므로 물결로 말미암아 고난을</a:t>
            </a:r>
            <a:br/>
            <a:r>
              <a:t>당하더라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마14:24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밤 사경에 예수께서 바다 위로 걸어서 제자들에게 오시니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마14:25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제자들이 그가 바다 위로 걸어오심을 보고 놀라 유령이라 하며 무서워하여 소리</a:t>
            </a:r>
            <a:br/>
            <a:r>
              <a:t>지르거늘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마14:26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예수께서 즉시 이르시되 안심하라 나니 두려워하지 말라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마14:27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베드로가 대답하여 이르되 주여 만일 주님이시거든 나를 명하사 물 위로 오라</a:t>
            </a:r>
            <a:br/>
            <a:r>
              <a:t>하소서 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마14:28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오라 하시니 베드로가 배에서 내려 물 위로 걸어서 예수께로 가되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마14:29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바람을 보고 무서워 빠져 가는지라 소리 질러 이르되 주여 나를 구원하소서</a:t>
            </a:r>
            <a:br/>
            <a:r>
              <a:t>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마14:30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예수께서 즉시 손을 내밀어 그를 붙잡으시며 이르시되 믿음이 작은 자여 왜</a:t>
            </a:r>
            <a:br/>
            <a:r>
              <a:t>의심하였느냐 하시고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마14:31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배에 함께 오르매 바람이 그치는지라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마14:32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배에 있는 사람들이 예수께 절하며 이르되 진실로 하나님의 아들이로소이다</a:t>
            </a:r>
            <a:br/>
            <a:r>
              <a:t>하더라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마14:33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46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600">
                <a:solidFill>
                  <a:srgbClr val="FFFF00"/>
                </a:solidFill>
                <a:latin typeface="Pretendard Semibold"/>
              </a:defRPr>
            </a:pPr>
            <a:r>
              <a:t>위기를 기회로 (마태복음 14:22~33)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배가 이미 육지에서 수 리나 떠나서 바람이 거스르므로 물결로 말미암아 고난을</a:t>
            </a:r>
            <a:br/>
            <a:r>
              <a:t>당하더라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마14:24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그들이 눈물 골짜기로 지나갈 때에 그 곳에 많은 샘이 있을 것이며 이른 비가</a:t>
            </a:r>
            <a:br/>
            <a:r>
              <a:t>복을 채워 주나이다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시84:6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밤 사경에 예수께서 바다 위로 걸어서 제자들에게 오시니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마14:25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바람이 거스르므로 제자들이 힘겹게 노 젓는 것을 보시고 밤 사경쯤에 바다</a:t>
            </a:r>
            <a:br/>
            <a:r>
              <a:t>위로 걸어서 그들에게 오사 지나가려고 하시매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막6:48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이스라엘을 지키시는 이는 졸지도 아니하시고 주무시지도 아니하시리로다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시121:4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여호와는 너를 지키시는 이시라 여호와께서 네 오른쪽에서 네 그늘이 되시나니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시121:5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오직 성령이 너희에게 임하시면 너희가 권능을 받고 예루살렘과 온 유대와</a:t>
            </a:r>
            <a:br/>
            <a:r>
              <a:t>사마리아와 땅 끝까지 이르러 내 증인이 되리라 하시니라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행1:8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238000"/>
            <a:ext cx="12193200" cy="1512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l">
              <a:defRPr sz="3000">
                <a:solidFill>
                  <a:srgbClr val="FFFFFF"/>
                </a:solidFill>
                <a:latin typeface="Pretendard Semibold"/>
              </a:defRPr>
            </a:pPr>
            <a:r>
              <a:t>예수께서 즉시 제자들을 재촉하사 자기가 무리를 보내는 동안에 배를 타고 앞서</a:t>
            </a:r>
            <a:br/>
            <a:r>
              <a:t>건너편으로 가게 하시고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4698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400">
                <a:solidFill>
                  <a:srgbClr val="000000"/>
                </a:solidFill>
                <a:latin typeface="Pretendard Black"/>
              </a:defRPr>
            </a:pPr>
            <a:r>
              <a:t>마14:22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통성기도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광고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오소서 진리의 성령님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6800" y="4860000"/>
            <a:ext cx="3060000" cy="540000"/>
          </a:xfrm>
          <a:prstGeom prst="rect">
            <a:avLst/>
          </a:prstGeom>
          <a:solidFill>
            <a:srgbClr val="FFFFFF"/>
          </a:solidFill>
        </p:spPr>
        <p:txBody>
          <a:bodyPr wrap="none" anchor="ctr">
            <a:normAutofit/>
          </a:bodyPr>
          <a:lstStyle/>
          <a:p>
            <a:pPr algn="ctr">
              <a:defRPr sz="2000">
                <a:solidFill>
                  <a:srgbClr val="000000"/>
                </a:solidFill>
                <a:latin typeface="Pretendard Black"/>
              </a:defRPr>
            </a:pPr>
            <a:r>
              <a:t>부흥 2000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이 땅 흔들며 임하소서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거짓과 탐욕 죄악에 무너진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우리 가슴 정케 하소서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오소서 은혜의 성령님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하늘 가르고 임하소서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거룩한 불꽃 하늘로서 임하사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타오르게 하소서 주 영광 위해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부흥의 불길 타오르게 하소서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진리의 말씀 이땅 새롭게 하소서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은혜의 강물 흐르게 하소서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성령의 바람 이 땅 가득 불어와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흰옷 입은 주의 순결한 백성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영광위에 이제 일어나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열방을 치유하며 행진하는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영광의 그 날을 주소서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부흥의 불길 타오르게 하소서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진리의 말씀 이 땅 새롭게 하소서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은혜의 강물 흐르게 하소서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성령의 바람 이 땅 가득 불어와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흰옷 입은 주의 순결한 백성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주의 영광위해 이제 일어나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열방을 치유하며 행진하는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4059" y="5400000"/>
            <a:ext cx="10944000" cy="1188000"/>
          </a:xfrm>
          <a:prstGeom prst="rect">
            <a:avLst/>
          </a:prstGeom>
          <a:solidFill>
            <a:srgbClr val="203864"/>
          </a:solidFill>
        </p:spPr>
        <p:txBody>
          <a:bodyPr wrap="none" anchor="ctr">
            <a:normAutofit/>
          </a:bodyPr>
          <a:lstStyle/>
          <a:p>
            <a:pPr algn="ctr">
              <a:defRPr sz="3500">
                <a:solidFill>
                  <a:srgbClr val="FFFFFF"/>
                </a:solidFill>
                <a:latin typeface="Pretendard Semibold"/>
              </a:defRPr>
            </a:pPr>
            <a:r>
              <a:t>영광의 그 날을 주소서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33600" y="5421600"/>
            <a:ext cx="3823199" cy="658800"/>
          </a:xfrm>
          <a:prstGeom prst="roundRect">
            <a:avLst/>
          </a:prstGeom>
          <a:solidFill>
            <a:srgbClr val="203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3500">
                <a:latin typeface="Pretendard Black"/>
              </a:defRPr>
            </a:pPr>
            <a:r>
              <a:t>축도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