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1부 예배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2부 예배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 안에 가장 귀한 것 예수를 앎이라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내 안에 가장 귀한 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금 은보다 더 귀한 것 예수를 앎이라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세상 지식보다 귀한 것 예수를 앎이라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 안에 가장 귀한 것 예수를 앎이라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 존귀한 그 이름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 능력의 그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(1)태산을 넘어 험곡에 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태산을 넘어 험곡에 가도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빛 가운데로 걸어가면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주께서 항상 지키시기로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약속한 말씀 변치않네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하늘의 영광 하늘의 영광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 맘속에 차고도 넘쳐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할렐루야를 힘차게 불러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영원히 주를 찬양하리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(2)캄캄한 밤에 다닐지라도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주께서 나의 길 되시고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나에게 밝은 빛이 되시니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길 잃어버릴 염려 없네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하늘의 영광 하늘의 영광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 맘속에 차고도 넘쳐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할렐루야를 힘차게 불러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영원히 주를 찬양하리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(3)광명한 그 빛 마음에 받아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찬란한 천국 바라보고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할렐루야를 힘차게 불러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날마다 빛에 걸어가리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하늘의 영광 하늘의 영광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 맘속에 차고도 넘쳐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할렐루야를 힘차게 불러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영원히 주를 찬양하리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(1)옳은 길 따르라 의의 길을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옳은 길 따르라 의의 길을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세계 만민의 참된 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길 따라서 살기를 온 세계에 전하세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만백성이 나갈 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어둔 밤 지나고 동 튼다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환한 빛 보아라 저 빛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예수의 나라 이 땅에 곧 오겠네 오겠네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(2)주 예수 따르라 승리의 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세계 만민이 나아갈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길과 진리요 참 생명 네 창 검을 부수고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다 따르라 화평 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어둔 밤 지나고 동 튼다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환한 빛 보아라 저 빛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예수의 나라 이 땅에 곧 오겠네 오겠네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(3)놀라운 이 소식 알리어라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세계 만민을 구하려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 주 예수를 보내신 참 사랑의 하나님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만백성이 따를 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어둔 밤 지나고 동 튼다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환한 빛 보아라 저 빛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예수의 나라 이 땅에 곧 오겠네 오겠네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(4)고난 길 헤치고 찾아온 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많은 백성을 구한 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모두 나와서 믿으면 온 세상이 마침내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진리에 살겠네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어둔 밤 지나고 동 튼다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환한 빛 보아라 저 빛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예수의 나라 이 땅에 곧 오겠네 오겠네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사랑해요 신실하신 나의 주님 나의 삶 주님 안에 있네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주님의 선하심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눈을 뜨는 아침부터 나 잠들기까지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 선하신 주를 노래하리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신실하신 나의 주님 나의 삶을 인도하셨네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 모든 호흡 다해 오 선하신 주를 노래하리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사랑해요 나를 인도하신 주님 고난 중에도 나와 함께하셨네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 아버지되시며 내 친구되신 주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 삶 주님 안에 있네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신실하신 나의 주님 나의 삶을 인도하셨네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 모든 호흡 다해 오 선하신 주를 노래하리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주님의 선하심이 날 인도하시네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주님의 선하심이 날 지켜주시네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주께 엎드려 나의 모든 삶 주님께 드리네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주님의 선하심이 날 인도하시네 ​​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Your goodness is running after, it’s running after me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Your goodness is running after, it’s running after me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With my life laid down I’m surrendered now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I give You everything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Your goodness is running after, it’s running after me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성가대 찬양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오직 너희의 하나님 여호와께 가까이 하기를 오늘까지 행한 것 같이 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이는 여호와께서 강대한 나라들을 너희의 앞에서 쫓아내셨으므로 오늘까지</a:t>
            </a:r>
            <a:br/>
            <a:r>
              <a:t>너희에게 맞선 자가 하나도 없었느니라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 중 한 사람이 천 명을 쫓으리니 이는 너희의 하나님 여호와 그가</a:t>
            </a:r>
            <a:br/>
            <a:r>
              <a:t>너희에게 말씀하신 것 같이 너희를 위하여 싸우심이라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그러므로 스스로 조심하여 너희의 하나님 여호와를 사랑하라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346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00"/>
                </a:solidFill>
                <a:latin typeface="Pretendard Semibold"/>
              </a:defRPr>
            </a:pPr>
            <a:r>
              <a:t>하나님께 딱 붙어 있으라 (여호수아 23:8~11)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오직 너희의 하나님 여호와께 가까이 하기를 오늘까지 행한 것 같이 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이러므로 남자가 부모를 떠나 그의 아내와 합하여 둘이 한 몸을 이룰지로다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창2:24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그러나 너를 책망할 것이 있나니 너의 처음 사랑을 버렸느니라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계2:4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하나님께 가까이 함이 내게 복이라 내가 주 여호와를 나의 피난처로 삼아 주의</a:t>
            </a:r>
            <a:br/>
            <a:r>
              <a:t>모든 행적을 전파하리이다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시73:28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58000"/>
            <a:ext cx="12193200" cy="169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룻이 이르되 내게 어머니를 떠나며 어머니를 따르지 말고 돌아가라 강권하지</a:t>
            </a:r>
            <a:br/>
            <a:r>
              <a:t>마옵소서 어머니께서 가시는 곳에 나도 가고 어머니께서 머무시는 곳에서 나도</a:t>
            </a:r>
            <a:br/>
            <a:r>
              <a:t>머물겠나이다 어머니의 백성이 나의 백성이 되고 어머니의 하나님이 나의</a:t>
            </a:r>
            <a:br/>
            <a:r>
              <a:t>하나님이 되시리니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51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룻1:16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이는 여호와께서 강대한 나라들을 너희의 앞에서 쫓아내셨으므로 오늘까지</a:t>
            </a:r>
            <a:br/>
            <a:r>
              <a:t>너희에게 맞선 자가 하나도 없었느니라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수23:9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 중 한 사람이 천 명을 쫓으리니 이는 너희의 하나님 여호와 그가</a:t>
            </a:r>
            <a:br/>
            <a:r>
              <a:t>너희에게 말씀하신 것 같이 너희를 위하여 싸우심이라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수23:10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그러나 네가 마음에 이르기를 내 능력과 내 손의 힘으로 내가 이 재물을</a:t>
            </a:r>
            <a:br/>
            <a:r>
              <a:t>얻었다 말할 것이라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신8:17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네 하나님 여호와를 기억하라 그가 네게 재물 얻을 능력을 주셨음이라 이같이</a:t>
            </a:r>
            <a:br/>
            <a:r>
              <a:t>하심은 네 조상들에게 맹세하신 언약을 오늘과 같이 이루려 하심이니라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신8:18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또 여호와의 구원하심이 칼과 창에 있지 아니함을 이 무리에게 알게 하리라</a:t>
            </a:r>
            <a:br/>
            <a:r>
              <a:t>전쟁은 여호와께 속한 것인즉 그가 너희를 우리 손에 넘기시리라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삼상17:47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여호와께서 너희를 위하여 싸우시리니 너희는 가만히 있을지니라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나는 포도나무요 너희는 가지라 그가 내 안에, 내가 그 안에 거하면 사람이</a:t>
            </a:r>
            <a:br/>
            <a:r>
              <a:t>열매를 많이 맺나니 나를 떠나서는 너희가 아무 것도 할 수 없음이라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요15:5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그러므로 스스로 조심하여 너희의 하나님 여호와를 사랑하라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수23:11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예수께서 이르시되 네 마음을 다하고 목숨을 다하고 뜻을 다하여 주 너의</a:t>
            </a:r>
            <a:br/>
            <a:r>
              <a:t>하나님을 사랑하라 하셨으니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마22:37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너희가 나를 사랑하면 나의 계명을 지키리라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요14:15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오직 여호와의 율법을 즐거워하여 그의 율법을 주야로 묵상하는도다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시1:2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새벽 아직도 밝기 전에 예수께서 일어나 나가 한적한 곳으로 가사 거기서</a:t>
            </a:r>
            <a:br/>
            <a:r>
              <a:t>기도하시더니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막1:35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주의 궁정에서의 한 날이 다른 곳에서의 천 날보다 나은즉 악인의 장막에 사는</a:t>
            </a:r>
            <a:br/>
            <a:r>
              <a:t>것보다 내 하나님의 성전 문지기로 있는 것이 좋사오니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시84:10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하나님께 가까이 함이 내게 복이라 내가 주 여호와를 나의 피난처로 삼아 주의</a:t>
            </a:r>
            <a:br/>
            <a:r>
              <a:t>모든 행적을 전파하리이다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시73:28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하나님의 사랑을 사모하는자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주만 바라볼찌라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하나님의 평안을 바라보는 자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너의 모든 것 창조하신 우리 주님이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너를 얼마나 사랑하시는지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하나님께 찬양과 경배하는 자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하나님의 선하심을 닮아가는 자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너의 모든 것 창조하신 우리 주님이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너를 자녀 삼으셨네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 사랑의 눈으로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너를 어느때나 바라보시고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하나님 인자한 귀로써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언제나 너에게 기울이시니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어두움에 밝은 빛을 비춰주시고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너의 작은 신음에도 응답하시니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너는 어느곳에 있든지 주를 향하고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주만 바라볼찌라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통성기도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광고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오소서 진리의 성령님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부흥 2000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땅 흔들며 임하소서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거짓과 탐욕 죄악에 무너진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우리 가슴 정케 하소서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오소서 은혜의 성령님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 가르고 임하소서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거룩한 불꽃 하늘로서 임하사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타오르게 하소서 주 영광 위해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부흥의 불길 타오르게 하소서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진리의 말씀 이땅 새롭게 하소서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은혜의 강물 흐르게 하소서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성령의 바람 이 땅 가득 불어와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흰옷 입은 주의 순결한 백성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영광위에 이제 일어나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열방을 치유하며 행진하는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영광의 그 날을 주소서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부흥의 불길 타오르게 하소서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진리의 말씀 이 땅 새롭게 하소서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은혜의 강물 흐르게 하소서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성령의 바람 이 땅 가득 불어와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흰옷 입은 주의 순결한 백성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영광위해 이제 일어나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열방을 치유하며 행진하는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영광의 그 날을 주소서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축도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