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안에 가장 귀한 것 예수를 앎이라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안에 가장 귀한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금 은보다 더 귀한 것 예수를 앎이라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세상 지식보다 귀한 것 예수를 앎이라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안에 가장 귀한 것 예수를 앎이라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 존귀한 그 이름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예수의 이름 능력의 그 이름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(1)태산을 넘어 험곡에 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태산을 넘어 험곡에 가도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걸어가면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항상 지키시기로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약속한 말씀 변치않네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(2)캄캄한 밤에 다닐지라도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나의 길 되시고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나에게 밝은 빛이 되시니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 잃어버릴 염려 없네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(3)광명한 그 빛 마음에 받아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천국 바라보고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빛에 걸어가리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(1)옳은 길 따르라 의의 길을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옳은 길 따르라 의의 길을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세계 만민의 참된 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길 따라서 살기를 온 세계에 전하세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만백성이 나갈 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 예수 따르라 승리의 주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세계 만민이 나아갈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길과 진리요 참 생명 네 창 검을 부수고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 따르라 화평 왕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(3)놀라운 이 소식 알리어라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세계 만민을 구하려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예수를 보내신 참 사랑의 하나님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만백성이 따를 길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(4)고난 길 헤치고 찾아온 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많은 백성을 구한 길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모두 나와서 믿으면 온 세상이 마침내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진리에 살겠네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 지나고 동 튼다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환한 빛 보아라 저 빛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예수의 나라 이 땅에 곧 오겠네 오겠네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사랑해요 신실하신 나의 주님 나의 삶 주님 안에 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선하심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눈을 뜨는 아침부터 나 잠들기까지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 선하신 주를 노래하리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신실하신 나의 주님 나의 삶을 인도하셨네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 모든 호흡 다해 오 선하신 주를 노래하리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사랑해요 나를 인도하신 주님 고난 중에도 나와 함께하셨네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 아버지되시며 내 친구되신 주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 삶 주님 안에 있네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신실하신 나의 주님 나의 삶을 인도하셨네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 모든 호흡 다해 오 선하신 주를 노래하리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 선하심이 날 인도하시네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 선하심이 날 지켜주시네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 엎드려 나의 모든 삶 주님께 드리네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 선하심이 날 인도하시네 ​​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Your goodness is running after, it’s running after me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Your goodness is running after, it’s running after me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With my life laid down I’m surrendered now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I give You everything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Your goodness is running after, it’s running after me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성가대 찬양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대표기도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너희를 위하여 싸우시리니 너희는 가만히 있을지니라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하나님이 우리를 당황하게 하실 때 (출애굽기 14:13–14)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자손에게 명령하여 돌이켜 바다와 믹돌 사이의 비하히롯 앞 곧</a:t>
            </a:r>
            <a:br/>
            <a:r>
              <a:t>바알스본 맞은편 바닷가에 장막을 치게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바로의 마음을 완악하게 한즉 바로가 그들의 뒤를 따르리니 내가 그와</a:t>
            </a:r>
            <a:br/>
            <a:r>
              <a:t>그의 온 군대로 말미암아 영광을 얻어 애굽 사람들이 나를 여호와인 줄 알게</a:t>
            </a:r>
            <a:br/>
            <a:r>
              <a:t>하리라 하시매 무리가 그대로 행하니라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길을 여호와께 맡기라 그를 의지하면 그가 이루시고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시37:5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가는 길을 그가 아시나니 그가 나를 단련하신 후에는 내가 순금</a:t>
            </a:r>
            <a:br/>
            <a:r>
              <a:t>같이 되어 나오리라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욥23:10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또 모세에게 이르되 애굽에 매장지가 없어서 당신이 우리를 이끌어 내어</a:t>
            </a:r>
            <a:br/>
            <a:r>
              <a:t>이 광야에서 죽게 하느냐 어찌하여 당신이 우리를 애굽에서 이끌어 내어</a:t>
            </a:r>
            <a:br/>
            <a:r>
              <a:t>우리에게 이같이 하느냐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자기 자신은 광야로 들어가 하룻길쯤 가서 한 로뎀 나무 아래에 앉아서 자기가</a:t>
            </a:r>
            <a:br/>
            <a:r>
              <a:t>죽기를 원하여 이르되 여호와여 넉넉하오니 지금 내 생명을 거두시옵소서 나는</a:t>
            </a:r>
            <a:br/>
            <a:r>
              <a:t>내 조상들보다 낫지 못하니이다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왕상19:4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바다 위로 손을 내밀매 여호와께서 큰 동풍이 밤새도록 바닷물을</a:t>
            </a:r>
            <a:br/>
            <a:r>
              <a:t>물러가게 하시니 물이 갈라져 바다가 마른 땅이 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출14:21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믿음으로 그들은 홍해를 육지 같이 건넜으나 애굽 사람들은 이것을 시험하다가</a:t>
            </a:r>
            <a:br/>
            <a:r>
              <a:t>빠져 죽었으며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히11:29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온 땅의 주 여호와의 궤를 멘 제사장들의 발바닥이 요단 물을 밟고 멈추면</a:t>
            </a:r>
            <a:br/>
            <a:r>
              <a:t>요단 물 곧 위에서부터 흘러내리던 물이 끊어지고 한 곳에 쌓여 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수3:13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오라 하시니 베드로가 배에서 내려 물 위로 걸어서 예수께로 가되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너희를 위하여 싸우시리니 너희는 가만히 있을지니라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출14:14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슬프도소이다 주 여호와여 주께서 큰 능력과 펴신 팔로 천지를 지으셨사오니</a:t>
            </a:r>
            <a:br/>
            <a:r>
              <a:t>주에게는 할 수 없는 일이 없으시니이다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렘32:17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 여호와는 변하지 아니하나니 그러므로 야곱의 자손들아 너희가 소멸되지</a:t>
            </a:r>
            <a:br/>
            <a:r>
              <a:t>아니하느니라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말3:6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모세에게 이르시되 너는 어찌하여 내게 부르짖느냐 이스라엘 자손에게</a:t>
            </a:r>
            <a:br/>
            <a:r>
              <a:t>명령하여 앞으로 나아가게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사랑을 사모하는자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주만 바라볼찌라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평안을 바라보는 자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너의 모든 것 창조하신 우리 주님이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너를 얼마나 사랑하시는지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하나님께 찬양과 경배하는 자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선하심을 닮아가는 자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너의 모든 것 창조하신 우리 주님이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너를 자녀 삼으셨네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사랑의 눈으로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너를 어느때나 바라보시고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인자한 귀로써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언제나 너에게 기울이시니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어두움에 밝은 빛을 비춰주시고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너의 작은 신음에도 응답하시니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너는 어느곳에 있든지 주를 향하고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주만 바라볼찌라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진리의 성령님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흔들며 임하소서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탐욕 죄악에 무너진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가슴 정케 하소서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은혜의 성령님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가르고 임하소서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불꽃 하늘로서 임하사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타오르게 하소서 주 영광 위해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영광위에 이제 일어나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 땅 새롭게 하소서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영광위해 이제 일어나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