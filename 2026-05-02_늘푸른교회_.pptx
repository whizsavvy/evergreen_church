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것 아시는 주님 나의 맘의 연약함 보시고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거친 길 위를 걸어갈 때도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부족한 그 모습대로 주님 마음에 새겨 주시네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주님께 토로한 마음 하나하나 헤아려 주시니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마음 그 아픔들을 주님 손으로 품어 주시네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거친 길 위를 걸어갈 때도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험한 산이 앞을 막아도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 되신 주님의 두 손이 나를 붙드네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마음이 닿은 내 삶에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저민 슬픔을 씻으시는 주님을 찬양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이름을 찬양하네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주님께 토로한 마음 하나하나 헤아려 주시니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마음 그 아픔들을 주님 손으로 품어 주시네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거친 길 위를 걸어갈 때도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험한 산이 앞을 막아도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 되신 주님의 두 손이 나를 붙드네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마음이 닿은 내 삶에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저민 슬픔을 씻으시는 주님을 찬양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이름을 찬양하네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험한 세상 나 살아갈 동안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이 험한 세상 나 살아 갈 동안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주님가신길 걸으며 내 주님을 찬양해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 보혈 날 구한 그 사랑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매일 찬송을 드려도 늘 부족한것 뿐이니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호흡있는동안에 나 생명있는 동안에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주를 찬양하리라 내게 생명주신 주님을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작은 손에 불 밝혀들고서 이 세상 다시오시는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주님을 맞으리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무거운 짐 다 벗겨주시고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아름다운 그 면류관 날 위해 예비하시니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(1)마귀들과 싸울지라 죄악 벗은 형제여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마귀들과 싸울지라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담대하게 싸울지라 저기 악한 적병과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심판날과 멸망의 날 네가 섰는 눈앞에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곧 다가 오리라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 영광 할렐루야 영광 영광 할렐루야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 영광 할렐루야 곧 승리하리라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(2)마귀들과 싸울지라 죄악 벗은 형제여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고함치는 무리들은 흉한 마귀 아닌가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무섭고도 더러운 죄 모두 떨쳐 버리고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붙들라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 영광 할렐루야 영광 영광 할렐루야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 영광 할렐루야 곧 승리하리라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(3)마귀들과 싸울지라 죄악 벗은 형제여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구주 예수 그리스도 크신 팔을 벌리고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너를 도와 주시려고 서서 기다리시니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너 어서 나오라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 영광 할렐루야 영광 영광 할렐루야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 영광 할렐루야 곧 승리하리라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(1)내가 매일 기쁘게 순례의 길 행함은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내가 매일 기쁘게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팔이 나를 안보함이요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주의 큰 복을 받는 참된 비결은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영이 함께 함이라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성령이 계시네 할렐루야 함께 하시네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좁은 길을 걸으며 밤낮 기뻐하는 것 주의 영이 함께 함이라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(2)전에 죄에 빠져서 평안함이 없을 때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십자가의 공로 힘 입어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발 아래 엎드려 참된 평화 얻음은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영이 함께 함이라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성령이 계시네 할렐루야 함께 하시네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좁은 길을 걸으며 밤낮 기뻐하는 것 주의 영이 함께 함이라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(3)나와 동행하시고 모든 염려 아시니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숲의 새와 같이 기쁘다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기쁜 맘으로 주의 뜻을 행함은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영이 함께 함이라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성령이 계시네 할렐루야 함께 하시네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좁은 길을 걸으며 밤낮 기뻐하는 것 주의 영이 함께 함이라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(4)세상 모든 욕망과 나의 모든 정욕은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십자가에 이미 못을 박았네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밤이 지나고 무거운 짐 벗으니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영이 함께 함이라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성령이 계시네 할렐루야 함께 하시네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좁은 길을 걸으며 밤낮 기뻐하는 것 주의 영이 함께 함이라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 높은 하늘 위로 밝은 태양 떠오르듯이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나로부터 시작되리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난 주저 앉지 않으리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어떤 어려움에도 주의 길을 선택하리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 가운데로 걸으리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주님을 크게 보는 믿음 가지고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세상에 나타내리라 놀라운 주의 사랑을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꿈을 안고 일어나리라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선한 능력으로 일어나리라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땅의 부흥과 회복은 바로 나로부터 시작되리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꿈을 안고 일어나리라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선한 능력으로 일어나리라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땅의 부흥과 회복은 바로 나로부터 시작되리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오직 성령이 너희에게 임하시면 너희가 권능을 받고 예루살렘과 온 유대와</a:t>
            </a:r>
            <a:br/>
            <a:r>
              <a:t>사마리아와 땅 끝까지 이르러 내 증인이 되리라 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행1:8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성령께서 하시니, 내가 간다 (사도행전 1:8)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오직 성령이 너희에게 임하시면 너희가 권능을 받고 예루살렘과 온 유대와</a:t>
            </a:r>
            <a:br/>
            <a:r>
              <a:t>사마리아와 땅 끝까지 이르러 내 증인이 되리라 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행1:8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내게 대답하여 이르되 여호와께서 스룹바벨에게 하신 말씀이 이러하니라</a:t>
            </a:r>
            <a:br/>
            <a:r>
              <a:t>만군의 여호와께서 말씀하시되 이는 힘으로 되지 아니하며 능력으로 되지</a:t>
            </a:r>
            <a:br/>
            <a:r>
              <a:t>아니하고 오직 나의 영으로 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슥4:6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나를 보내신 아버지께서 이끌지 아니하시면 아무도 내게 올 수 없으니 오는</a:t>
            </a:r>
            <a:br/>
            <a:r>
              <a:t>그를 내가 마지막 날에 다시 살리리라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요6:44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 말과 내 전도함이 설득력 있는 지혜의 말로 하지 아니하고 다만 성령의</a:t>
            </a:r>
            <a:br/>
            <a:r>
              <a:t>나타나심과 능력으로 하여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고전2:4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대답하되 그가 죄인인지 내가 알지 못하나 한 가지 아는 것은 내가 맹인으로</a:t>
            </a:r>
            <a:br/>
            <a:r>
              <a:t>있다가 지금 보는 그것이니이다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요9:25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넉 달이 지나야 추수할 때가 이르겠다 하지 아니하느냐 그러나 나는</a:t>
            </a:r>
            <a:br/>
            <a:r>
              <a:t>너희에게 이르노니 너희 눈을 들어 밭을 보라 희어져 추수하게 되었도다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요4:35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이르시되 내가 은혜 베풀 때에 너에게 듣고 구원의 날에 너를 도왔다 하셨으니</a:t>
            </a:r>
            <a:br/>
            <a:r>
              <a:t>보라 지금은 은혜 받을 만한 때요 보라 지금은 구원의 날이로다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고후6:2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그런즉 그들이 믿지 아니하는 이를 어찌 부르리요 듣지도 못한 이를 어찌</a:t>
            </a:r>
            <a:br/>
            <a:r>
              <a:t>믿으리요 전파하는 자가 없이 어찌 들으리요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롬10:14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너희가 악할지라도 좋은 것을 자식에게 줄 줄 알거든 하물며 너희 하늘</a:t>
            </a:r>
            <a:br/>
            <a:r>
              <a:t>아버지께서 구하는 자에게 성령을 주시지 않겠느냐 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눅11:13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 모두 변화되리 예수 모든 상처 치유되리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그 날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 것은 지나가리라 그 날에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 모두 알게 되리 예수 모든 답을 얻게 되리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걱정 사라지리 그 날에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 주의 얼굴 보리 예수 크신 은혜 알게 되리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홀연히 변화되리라 그 날에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자유케 되리라 예수 모든 고통은 끝나리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찬란한 주 영광 보리라 그 날에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 주의 얼굴 보리 예수 크신 은혜 알게 되리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홀연히 변화되리라 또 홀연히 변화되리라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홀연히 변화되리라 그 날에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승리의 노래 부르리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