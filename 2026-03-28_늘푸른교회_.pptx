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잊을 수 없네 하나님의 사랑 날 살리시려고 주신 생명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우리 때문에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십자가지고 오르신 갈보리 언덕 날 향한 사랑 때문에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때문에 생명주셨고 우리 때문에 고통 당하셨네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때문에 갈보리 오르셨네 무지한 우리 때문에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보았네 피묻은 십자가 날 구하시려고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흘린 사랑 나를 바라보시며 흘리신 용서의 눈물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향한 사랑 때문에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때문에 생명주셨고 우리 때문에 고통 당하셨네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때문에 갈보리 오르셨네 무지한 우리 때문에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살아야 할 이유 찾았네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삶을 모두 주께 드리는 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그가 날 위해 모든 것 주셨듯이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삶을 주께 드리리 주 위해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때문에 십자가 지셨고 우리 때문에 죽음 당하셨네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때문에 물과 피 쏟으셨네 무지한 우리 때문에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때문에 십자가 지셨고 우리 때문에 죽음 당하셨네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때문에 물과 피 쏟으셨네 무지한 우리 때문에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나같은 죄인 때문에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(1)만왕의 왕 내 주께서 왜 고초 당했나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만왕의 왕 주께서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벌레 같은 날 위해 그 보혈 흘렸네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 십자가 내가 처음 볼 때에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맘에 큰 고통 사라져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오늘 믿고서 내 눈 밝았네 참 내 기쁨 영원하도다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(2)주 십자가 못 박힘은 속죄함 아닌가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긍휼함과 큰 은혜 말할 수 없도다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 십자가 내가 처음 볼 때에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맘에 큰 고통 사라져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오늘 믿고서 내 눈 밝았네 참 내 기쁨 영원하도다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(3)늘 울어도 그 큰 은혜 다 갚을 수 없네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주님께 몸 바쳐서 주의 일 힘쓰리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 십자가 내가 처음 볼 때에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맘에 큰 고통 사라져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오늘 믿고서 내 눈 밝았네 참 내 기쁨 영원하도다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왕 되신 주께 감사하세 그 사랑 영원하리라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왕 되신 주께 감사하세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것 위에 뛰어나신주 그 사랑 영원하리라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 찬양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능력의 손과 펴신팔로 그 사랑 영원하리라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거듭난 영혼들을 위하여 그 사랑 영원하리라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 찬양 찬양 찬양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신실하신 능력의 하나님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함께 하리 영원히 영원히 영원히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해뜨는데서 지는데까지 그 사랑 영원하리라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은혜로 우리 걸어가리 그 사랑 영원하리라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 찬양 찬양 찬양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신실하신 능력의 하나님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함께 하리 영원히 영원히 영원히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사랑 너는 어여쁘고 참 귀하다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나의 하나님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어느 보석보다 귀하다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네가 사랑스럽지 않을 때 너를 온전히 사랑하고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너와 함께 하려 내가 왔노라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사랑 이 사랑은 결코 변치 않아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계절 돌보시네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풀은 마르고 꽃은 시드나 주의 말씀은 신실해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실수가 없으신 주만 바라라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나라와 뜻이 나의 삶 속에 임하시며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알기를 주만 보기를 소망해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거룩히 살아갈 힘과 두렴 없는 믿음 주실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하나님 완전한 사랑 찬양해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사랑 너는 어여쁘고 참 귀하다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어느 보석보다 귀하다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네가 사랑스럽지 않을 때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너를 온전히 사랑하고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너와 함께 하려 내가 왔노라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사랑 이 사랑은 결코 변치 않아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계절 돌보시네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풀은 마르고 꽃은 시드나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말씀은 신실해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실수가 없으신 주만 바라라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나라와 뜻이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삶 속에 임하시며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알기를 주만 보기를 소망해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거룩히 살아갈 힘과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두렴 없는 믿음 주실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하나님 완전한 사랑 찬양해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찬양하리 만군의 주 영원히 함께 하시네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존귀하신 사랑의 왕 영원히 통치하시네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나라와 뜻이 나의 삶 속에 임하시며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알기를 주만 보기를 소망해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거룩히 살아갈 힘과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두렴 없는 믿음 주실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하나님 완전한 사랑 찬양해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하나님은 우리의 피난처시요 힘이시니 환난 중에 만날 큰 도움이시라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시46:1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땅이 변하든지 산이 흔들려 바다 가운데에 빠지든지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시46:2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바닷물이 솟아나고 뛰놀든지 그것이 넘침으로 산이 흔들릴지라도 우리는</a:t>
            </a:r>
            <a:br/>
            <a:r>
              <a:t>두려워하지 아니하리로다 (셀라)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시46:3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한 시내가 있어 나뉘어 흘러 하나님의 성 곧 지존하신 이의 성소를 기쁘게</a:t>
            </a:r>
            <a:br/>
            <a:r>
              <a:t>하도다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시46:4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하나님이 그 성 중에 계시매 성이 흔들리지 아니할 것이라 새벽에 하나님이</a:t>
            </a:r>
            <a:br/>
            <a:r>
              <a:t>도우시리로다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시46:5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뭇 나라가 떠들며 왕국이 흔들렸더니 그가 소리를 내시매 땅이 녹았도다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시46:6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만군의 여호와께서 우리와 함께 하시니 야곱의 하나님은 우리의 피난처시로다</a:t>
            </a:r>
            <a:br/>
            <a:r>
              <a:t>(셀라)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시46:7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와서 여호와의 행적을 볼지어다 그가 땅을 황무지로 만드셨도다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시46:8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그가 땅 끝까지 전쟁을 쉬게 하심이여 활을 꺾고 창을 끊으며 수레를</a:t>
            </a:r>
            <a:br/>
            <a:r>
              <a:t>불사르시는도다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시46:9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이르시기를 너희는 가만히 있어 내가 하나님 됨을 알지어다 내가 뭇 나라</a:t>
            </a:r>
            <a:br/>
            <a:r>
              <a:t>중에서 높임을 받으리라 내가 세계 중에서 높임을 받으리라 하시도다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시46:10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만군의 여호와께서 우리와 함께 하시니 야곱의 하나님은 우리의 피난처시로다</a:t>
            </a:r>
            <a:br/>
            <a:r>
              <a:t>(셀라)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시46:11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하나님께 집중하다 – 가만히 있으라 (시편 46:1~11)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이스라엘을 지키시는 이는 졸지도 아니하시고 주무시지도 아니하시리로다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시121:4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하나님은 우리의 피난처시요 힘이시니 환난 중에 만날 큰 도움이시라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시46:1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뭇 나라가 떠들며 왕국이 흔들렸더니 그가 소리를 내시매 땅이 녹았도다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시46:6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만군의 여호와께서 우리와 함께 하시니 야곱의 하나님은 우리의 피난처시로다</a:t>
            </a:r>
            <a:br/>
            <a:r>
              <a:t>(셀라)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시46:7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이르시기를 너희는 가만히 있어 내가 하나님 됨을 알지어다 내가 뭇 나라</a:t>
            </a:r>
            <a:br/>
            <a:r>
              <a:t>중에서 높임을 받으리라 내가 세계 중에서 높임을 받으리라 하시도다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시46:10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너는 마음을 다하여 여호와를 신뢰하고 네 명철을 의지하지 말라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잠3:5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예수께서 신 포도주를 받으신 후에 이르시되 다 이루었다 하시고 머리를 숙이니</a:t>
            </a:r>
            <a:br/>
            <a:r>
              <a:t>영혼이 떠나가시니라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요19:30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 백성이 두 가지 악을 행하였나니 곧 그들이 생수의 근원되는 나를 버린</a:t>
            </a:r>
            <a:br/>
            <a:r>
              <a:t>것과 스스로 웅덩이를 판 것인데 그것은 그 물을 가두지 못할 터진</a:t>
            </a:r>
            <a:br/>
            <a:r>
              <a:t>웅덩이들이니라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렘2:13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우리가 감사함으로 그 앞에 나아가며 시를 지어 즐거이 그를 노래하자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시95:2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오라 우리가 굽혀 경배하며 우리를 지으신 여호와 앞에 무릎을 꿇자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시95:6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나의 영혼이 잠잠히 하나님만 바람이여 나의 구원이 그에게서 나오는도다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시62:1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58000"/>
            <a:ext cx="12193200" cy="169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그리스도와 함께 십자가에 못 박혔나니 그런즉 이제는 내가 사는 것이</a:t>
            </a:r>
            <a:br/>
            <a:r>
              <a:t>아니요 오직 내 안에 그리스도께서 사시는 것이라 이제 내가 육체 가운데 사는</a:t>
            </a:r>
            <a:br/>
            <a:r>
              <a:t>것은 나를 사랑하사 나를 위하여 자기 자신을 버리신 하나님의 아들을 믿는</a:t>
            </a:r>
            <a:br/>
            <a:r>
              <a:t>믿음 안에서 사는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1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갈2:20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이르시기를 너희는 가만히 있어 내가 하나님 됨을 알지어다 내가 뭇 나라</a:t>
            </a:r>
            <a:br/>
            <a:r>
              <a:t>중에서 높임을 받으리라 내가 세계 중에서 높임을 받으리라 하시도다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시46:10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예수께서 신 포도주를 받으신 후에 이르시되 다 이루었다 하시고 머리를 숙이니</a:t>
            </a:r>
            <a:br/>
            <a:r>
              <a:t>영혼이 떠나가시니라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요19:30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 십자가 그 위에 나죽었네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십자가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사랑 내속에 강 같이 흐르네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그의 생명 내속에 그의능력 내안에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그의 소망 내 삶에 나의 삶 주의 것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그의 생명 내 속에 그의 능력 내 안에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그의 소망 내 삶에 나의 삶 주의 것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 십자가 그 위에 나 죽었네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사랑 내 속에 강 같이 흐르네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깊은 절망의 수렁 가운데 주님께 닿을 수 없던 우리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예수 나의 산 소망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밤 중에 하늘을 향해 주의 이름 나 부를 때​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어둠을 뚫고 오신 주 사랑 나의 절망 거두셨네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공로 다 이루셨네 주 예수 나의 산 소망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누가 주의 자비를 다 알아 한 없는 은혜 측량할까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영광을 떠나 이 땅에 오신 죄가 되신 구주 예수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십자가 내게 말하네 영원히 난 용납됐네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아름다우신 왕 나는 주의 것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그리스도 나의 산 소망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주를 찬양하여라 할렐루야 자유케 하셨도다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죄의 저주 끊으신 주께 구원 있도다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나의 산 소망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언약된 아침 장사된 몸에 부활의 호흡 시작됐네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유다의 사자 위엄찬 선포 사망이 무너졌도다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사망은 무덤이 더는 우리를 주장할 수 없네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유다의 사자 위엄찬 포효 사망이 무너졌도다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승리하셨네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오소서 진리의 성령님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부흥 2000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땅 흔들며 임하소서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거짓과 탐욕 죄악에 무너진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가슴 정케 하소서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오소서 은혜의 성령님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 가르고 임하소서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거룩한 불꽃 하늘로서 임하사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타오르게 하소서 주 영광 위해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부흥의 불길 타오르게 하소서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진리의 말씀 이땅 새롭게 하소서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은혜의 강물 흐르게 하소서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바람 이 땅 가득 불어와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흰옷 입은 주의 순결한 백성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영광위에 이제 일어나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열방을 치유하며 행진하는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그 날을 주소서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부흥의 불길 타오르게 하소서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진리의 말씀 이 땅 새롭게 하소서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은혜의 강물 흐르게 하소서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바람 이 땅 가득 불어와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흰옷 입은 주의 순결한 백성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영광위해 이제 일어나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열방을 치유하며 행진하는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그 날을 주소서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