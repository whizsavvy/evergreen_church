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구주 예수를 더욱 사랑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구주 예수를 더욱 사랑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엎드려 비는 말 들으소서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진정 소원이 내 구주 예수를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(2)이전엔 세상 낙 기뻤어도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 내 기쁨은 오직 예수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다만 내 비는 말 내 구주 예수를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(3)이 세상 떠날 때 찬양하고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숨질 때 하는 말 이것일세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다만 내 비는 말 내 구주 예수를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 아멘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(1)태산을 넘어 험곡에 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태산을 넘어 험곡에 가도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가운데로 걸어가면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항상 지키시기로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약속한 말씀 변치않네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(2)캄캄한 밤에 다닐지라도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나의 길 되시고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나에게 밝은 빛이 되시니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 잃어버릴 염려 없네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(3)광명한 그 빛 마음에 받아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천국 바라보고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빛에 걸어가리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풍요의 강물 흐르는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이름 찬양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부요한 땅에 살 때에 주님 찬양해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거치른 광야와 같은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인생길 걸어갈 때도 주님 찬양해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햇살이 나를 비추고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만물이 새롭게 될 때 주님 찬양해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가는 길 험할지라도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고통이 따를지라도 주님 찬양해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축복 주신 주님 찬양하리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날이 다가와도 난 외치리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이름을 찬양해 주의 이름을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이름을 찬양해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영화로운 주 이름 찬양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바다보다도 더 넓고 저 산과 하늘보다 더 높은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저 바다보다도 더 넓고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은혜가 이곳에 가득해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하나님 언제나 넘치는 주의 사랑으로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안에 가득히 넘쳐흐르네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내게 강 같은 평화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넘치네 할렐루야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내게 강 같은 평화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넘치네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내게 바다 같은 사랑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넘치네 할렐루야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내게 바다 같은 사랑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넘치네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내게 샘솟는 기쁨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넘치네 할렐루야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내게 샘솟는 기쁨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넘치네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(1)주의 진리 위해 십자가 군기 하늘 높이 들고서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주의 진리 위해 십자가 군기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군사 되어 용맹스럽게 찬송하며 나가세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주 예수만을 위하여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목숨까지도 바치고 싸움터로 나가세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(2)원수들이 비록 강할지라도 주의 군기 붙잡고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진리 위해 용기 다하여 분발 하여 싸우세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주 예수만을 위하여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목숨까지도 바치고 싸움터로 나가세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(3)산과 들과 바다 가는 곳마다 주의 군기 날리며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반갑고도 기쁜 승리의 소식 온 세상에 전하세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주 예수만을 위하여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목숨까지도 바치고 싸움터로 나가세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(4)원수들은 이미 예수의 손에 하나 없이 패하고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군기만이 영광스럽게 온 누리에 날리네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주 예수만을 위하여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목숨까지도 바치고 싸움터로 나가세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복음을 부끄러워하지 아니하노니 이 복음은 모든 믿는 자에게 구원을</a:t>
            </a:r>
            <a:br/>
            <a:r>
              <a:t>주시는 하나님의 능력이 됨이라 먼저는 유대인에게요 그리고 헬라인에게로다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롬1:16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복음에는 하나님의 의가 나타나서 믿음으로 믿음에 이르게 하나니 기록된 바</a:t>
            </a:r>
            <a:br/>
            <a:r>
              <a:t>오직 의인은 믿음으로 말미암아 살리라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롬1:17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복음을 부끄러워하지 않는 교회 (로마서 1:16~17)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이르시되 때가 찼고 하나님의 나라가 가까이 왔으니 회개하고 복음을 믿으라</a:t>
            </a:r>
            <a:br/>
            <a:r>
              <a:t>하시더라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막1:15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누구든지 이 음란하고 죄 많은 세대에서 나와 내 말을 부끄러워하면 인자도</a:t>
            </a:r>
            <a:br/>
            <a:r>
              <a:t>아버지의 영광으로 거룩한 천사들과 함께 올 때에 그 사람을 부끄러워하리라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막8:38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우리는 보고 들은 것을 말하지 아니할 수 없다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행4:20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우리는 십자가에 못 박힌 그리스도를 전하니 유대인에게는 거리끼는 것이요</a:t>
            </a:r>
            <a:br/>
            <a:r>
              <a:t>이방인에게는 미련한 것이로되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고전1:23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부르심을 받은 자들에게는 유대인이나 헬라인이나 그리스도는 하나님의</a:t>
            </a:r>
            <a:br/>
            <a:r>
              <a:t>능력이요 하나님의 지혜니라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고전1:24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내게는 우리 주 예수 그리스도의 십자가 외에 결코 자랑할 것이 없으니</a:t>
            </a:r>
            <a:br/>
            <a:r>
              <a:t>그리스도로 말미암아 세상이 나를 대하여 십자가에 못 박히고 내가 또한 세상을</a:t>
            </a:r>
            <a:br/>
            <a:r>
              <a:t>대하여 그러하니라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갈6:14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모든 것을 해로 여김은 내 주 그리스도 예수를 아는 지식이 가장</a:t>
            </a:r>
            <a:br/>
            <a:r>
              <a:t>고상하기 때문이라 내가 그를 위하여 모든 것을 잃어버리고 배설물로 여김은</a:t>
            </a:r>
            <a:br/>
            <a:r>
              <a:t>그리스도를 얻고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빌3:8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 안에 거하시는 성령으로 말미암아 네게 부탁한 아름다운 것을 지키라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딤후1:14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그는 허물과 죄로 죽었던 너희를 살리셨도다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엡2:1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누구든지 그리스도 안에 있으면 새로운 피조물이라 이전 것은 지나갔으니</a:t>
            </a:r>
            <a:br/>
            <a:r>
              <a:t>보라 새 것이 되었도다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고후5:17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삭개오가 서서 주께 여짜오되 주여 보시옵소서 내 소유의 절반을 가난한</a:t>
            </a:r>
            <a:br/>
            <a:r>
              <a:t>자들에게 주겠사오며 만일 누구의 것을 속여 빼앗은 일이 있으면 네 갑절이나</a:t>
            </a:r>
            <a:br/>
            <a:r>
              <a:t>갚겠나이다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눅19:8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내게 사는 것이 그리스도니 죽는 것도 유익함이라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빌1:21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나는 선한 싸움을 싸우고 나의 달려갈 길을 마치고 믿음을 지켰으니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딤후4:7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조반 먹은 후에 예수께서 시몬 베드로에게 이르시되 요한의 아들 시몬아</a:t>
            </a:r>
            <a:br/>
            <a:r>
              <a:t>네가 이 사람들보다 나를 더 사랑하느냐 하시니 이르되 주님 그러하나이다 내가</a:t>
            </a:r>
            <a:br/>
            <a:r>
              <a:t>주님을 사랑하는 줄 주님께서 아시나이다 이르시되 내 어린 양을 먹이라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요21:15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너를 책망할 것이 있나니 너의 처음 사랑을 버렸느니라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계2:4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사랑함은 그가 먼저 우리를 사랑하셨음이라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요일4:19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말씀 앞에서 경외함으로 주께 홀로 섭니다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말씀 앞에서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생명의 말씀 읽고 순종해 주를 예배합니다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기록 된 말씀 힘이 있어서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진리로 우릴 거룩케하며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말씀 세세 영원히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복음이 되어 말씀하시네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말씀에 두려워 떠는 자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말씀에 생명을 거는 자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 사람 찾으시는 주님의 약속을 믿어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말씀에 운명을 거는 자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순종하며 주 따라가는 자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영원한 하나님 나라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이뤄갈 주의 교회여 일어나라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말씀은 우리를 구원에 이르는 지혜이니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목숨과 네 뜻 다해 주 말씀에 복종하라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진리의 성령님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 2000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 흔들며 임하소서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거짓과 탐욕 죄악에 무너진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가슴 정케 하소서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은혜의 성령님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가르고 임하소서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불꽃 하늘로서 임하사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타오르게 하소서 주 영광 위해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이땅 새롭게 하소서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영광위에 이제 일어나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 땅 새롭게 하소서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영광위해 이제 일어나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