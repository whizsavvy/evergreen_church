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찾는 모든 자들이 주로 말미암아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주를 찾는 모든 자들이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기뻐하고 즐거워하게 하시며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구원을 사랑하는 자들이 항상 말하기를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하나님은 위대하시다 하게 하소서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찾는 모든 자들이 주로 말미암아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기뻐하고 즐거워하게 하시며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구원을 사랑하는 자들이 항상 말하기를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하나님은 위대하시다 하게 하소서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도움 나를 건지시는 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여호와여 지체 말고 내게 임하소서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가난하고 궁핍한 내 마음 가운데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여호와여 속히 임하소서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찾는 모든 자들이 주로 말미암아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기뻐하고 즐거워하게 하시며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구원을 사랑하는 자들이 항상 말하기를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하나님은 위대하시다 하게 하소서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도움 나를 건지시는 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여호와여 지체 말고 내게 임하소서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가난하고 궁핍한 내 마음 가운데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여호와여 속히 임하소서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나의 도움 나를 건지시는 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여호와여 지체 말고 내게 임하소서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가난하고 궁핍한 내 마음 가운데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여호와여 속히 임하소서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하나님 지으신 모든 세계 내 마음 속에 그리어 볼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하나님 지으신 (아이자야)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별 울려 퍼지는 뇌성주님의 권능 우주에 찼네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숲속이나 험한 산 골짝에서 지저귀는 저 새소리들과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고요하게 흐르는 시냇물은 주님의 솜씨 노래하도다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위대하심을내 영혼이 찬양하네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하나님 독생자 아낌없이 우리를 위해 보내주셨네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 피 흘려 죽으신 주내 모든 죄를 구속하셨네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 예수 세상에 다시 올 때 저 천국으로 날 인도하리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겸손히 엎드려 경배하며 영원히 주를 찬양하리라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마음 다해 주 이름 찬양해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마음 다해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사랑 깊어 말로 다 못하네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앞서 가며 길을 만드시네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내 갈망 영원히 주찬양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맘에 힘이 되신 주 영원한 빛이 되신 주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호흡이 주의 행하심 찬양해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위대한 통치자 내 모든 것 주께 순복해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삶을 주의 불로 채우소서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마음 다해 주 이름 찬양해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사랑 깊어 말로 다 못하네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앞서 가며 길을 만드시네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내 갈망 영원히 주 찬양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맘에 힘이 되신 주 영원한 빛이 되신 주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호흡이 주의 행하심 찬양해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위대한 통치자 내 모든 것 주께 순복해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삶을 주의 불로 채우소서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찬양합니다 그 은혜 감사해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안의 필요 아시고 빈 그릇 모두 드릴 때에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주님은 나의 힘이요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채우실 주님을 신뢰해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열정 드릴 때 결핍이 꿈의 도구되어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세우신 주님을 찬양해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나의 힘이요 주님은 나의 산 소망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주목하시는 주님만 바라보네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나의 빛이요 주님은 내 삶의 구원자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꿈을 드리며 주님만 바라보네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안의 필요 아시고 빈 그릇 모두 드릴 때에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채우실 주님을 신뢰해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열정 드릴 때 결핍이 꿈의 도구되어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세우신 주님을 찬양해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나의 힘이요 주님은 나의 산 소망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주목하시는 주님만 바라보네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나의 빛이요 주님은 내 삶의 구원자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꿈을 드리며 주님만 바라보네 영원히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믿음이 연약한 자를 너희가 받되 그의 의견을 비판하지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어떤 사람은 모든 것을 먹을 만한 믿음이 있고 믿음이 연약한 자는 채소만</a:t>
            </a:r>
            <a:br/>
            <a:r>
              <a:t>먹느니라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먹는 자는 먹지 않는 자를 업신여기지 말고 먹지 않는 자는 먹는 자를</a:t>
            </a:r>
            <a:br/>
            <a:r>
              <a:t>비판하지 말라 이는 하나님이 그를 받으셨음이라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남의 하인을 비판하는 너는 누구냐 그가 서 있는 것이나 넘어지는 것이 자기</a:t>
            </a:r>
            <a:br/>
            <a:r>
              <a:t>주인에게 있으매 그가 세움을 받으리니 이는 그를 세우시는 권능이 주께</a:t>
            </a:r>
            <a:br/>
            <a:r>
              <a:t>있음이라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어떤 사람은 이 날을 저 날보다 낫게 여기고 어떤 사람은 모든 날을 같게</a:t>
            </a:r>
            <a:br/>
            <a:r>
              <a:t>여기나니 각각 자기 마음으로 확정할지니라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날을 중히 여기는 자도 주를 위하여 중히 여기고 먹는 자도 주를 위하여</a:t>
            </a:r>
            <a:br/>
            <a:r>
              <a:t>먹으니 이는 하나님께 감사함이요 먹지 않는 자도 주를 위하여 먹지 아니하며</a:t>
            </a:r>
            <a:br/>
            <a:r>
              <a:t>하나님께 감사하느니라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 중에 누구든지 자기를 위하여 사는 자가 없고 자기를 위하여 죽는 자도</a:t>
            </a:r>
            <a:br/>
            <a:r>
              <a:t>없도다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살아도 주를 위하여 살고 죽어도 주를 위하여 죽나니 그러므로 사나</a:t>
            </a:r>
            <a:br/>
            <a:r>
              <a:t>죽으나 우리가 주의 것이로다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이를 위하여 그리스도께서 죽었다가 다시 살아나셨으니 곧 죽은 자와 산 자의</a:t>
            </a:r>
            <a:br/>
            <a:r>
              <a:t>주가 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네가 어찌하여 네 형제를 비판하느냐 어찌하여 네 형제를 업신여기느냐 우리가</a:t>
            </a:r>
            <a:br/>
            <a:r>
              <a:t>다 하나님의 심판대 앞에 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기록되었으되 주께서 이르시되 내가 살았노니 모든 무릎이 내게 꿇을 것이요</a:t>
            </a:r>
            <a:br/>
            <a:r>
              <a:t>모든 혀가 하나님께 자백하리라 하였느니라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이러므로 우리 각 사람이 자기 일을 하나님께 직고하리라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주를 위하여 (로마서 14:1~12)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그리스도께서 우리를 받아 하나님께 영광을 돌리심과 같이 너희도 서로</a:t>
            </a:r>
            <a:br/>
            <a:r>
              <a:t>받으라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롬15:7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믿는 사람이 다 함께 있어 모든 물건을 서로 통용하고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행2:44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재산과 소유를 팔아 각 사람의 필요를 따라 나눠 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행2:45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날마다 마음을 같이하여 성전에 모이기를 힘쓰고 집에서 떡을 떼며 기쁨과</a:t>
            </a:r>
            <a:br/>
            <a:r>
              <a:t>순전한 마음으로 음식을 먹고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행2:46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하나님을 찬미하며 또 온 백성에게 칭송을 받으니 주께서 구원 받는 사람을</a:t>
            </a:r>
            <a:br/>
            <a:r>
              <a:t>날마다 더하게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행2:47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날을 중히 여기는 자도 주를 위하여 중히 여기고 먹는 자도 주를 위하여</a:t>
            </a:r>
            <a:br/>
            <a:r>
              <a:t>먹으니 이는 하나님께 감사함이요 먹지 않는 자도 주를 위하여 먹지 아니하며</a:t>
            </a:r>
            <a:br/>
            <a:r>
              <a:t>하나님께 감사하느니라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이제 내가 사람들에게 좋게 하랴 하나님께 좋게 하랴 사람들에게 기쁨을 구하랴</a:t>
            </a:r>
            <a:br/>
            <a:r>
              <a:t>내가 지금까지 사람들의 기쁨을 구하였다면 그리스도의 종이 아니니라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갈1:10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너희가 먹든지 마시든지 무엇을 하든지 다 하나님의 영광을 위하여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고전10:31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 중에 누구든지 자기를 위하여 사는 자가 없고 자기를 위하여 죽는 자도</a:t>
            </a:r>
            <a:br/>
            <a:r>
              <a:t>없도다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살아도 주를 위하여 살고 죽어도 주를 위하여 죽나니 그러므로 사나</a:t>
            </a:r>
            <a:br/>
            <a:r>
              <a:t>죽으나 우리가 주의 것이로다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각각 자기 일을 돌볼뿐더러 또한 각각 다른 사람들의 일을 돌보아 나의 기쁨을</a:t>
            </a:r>
            <a:br/>
            <a:r>
              <a:t>충만하게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빌2:4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이를 위하여 그리스도께서 죽었다가 다시 살아나셨으니 곧 죽은 자와 산 자의</a:t>
            </a:r>
            <a:br/>
            <a:r>
              <a:t>주가 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롬14:9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네가 어찌하여 네 형제를 비판하느냐 어찌하여 네 형제를 업신여기느냐 우리가</a:t>
            </a:r>
            <a:br/>
            <a:r>
              <a:t>다 하나님의 심판대 앞에 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롬14:10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나를 두고 맹세하기를 내 입에서 공의로운 말이 나갔은즉 돌아오지</a:t>
            </a:r>
            <a:br/>
            <a:r>
              <a:t>아니하나니 내게 모든 무릎이 꿇겠고 모든 혀가 맹세하리라 하였노라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사45:23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주님의 기쁨 되기 원하네 내 마음을 새롭게 하소서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 주님의 기쁨 되기 원하네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새 부대가 되게 하여 주사 주님의 빛 비추게 하소서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원하는 한 가지 주님의 기쁨이 되는 것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원하는 한 가지 주님의 기쁨이 되는 것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겸손히 내 마음을 드립니다 나의 모든 것 받으소서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 깨끗케 씻어 주사 주의 길로 행하게 하소서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원하는 한 가지 주님의 기쁨이 되는 것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원하는 한 가지 주님의 기쁨이 되는 것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영혼이 주가 주신 꺼지지 않는 빛이 있네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주님께 우릴 드릴때 그 빛을 밝혀 주시리라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소망이 없는 어둔 세상에 나아가라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절망에 빠진 형제의 맘에 꺼져만 가는 빛을 보네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떠나 방황하는 자매도 그 빛의 생명 이뤄가네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어둠 속에서 고통받는자 일으키라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맘속에 밝게 빛나는 주를 향한 사랑 빛이 있네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그빛 모아 주께 기도드릴 때에 능력과 힘이 진실하게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연약한 자를 그늘에 아픔 감싸주라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소망이 없는 어둔 세상에 나아가라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 빛을 비춰라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