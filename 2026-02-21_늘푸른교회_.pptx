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하늘의 문을 여소서 이 곳을 주목하소서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임재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향한 노래가 꺼지지 않으니 하늘을 열고 보소서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곳에 임재하소서 주님을 기다립니다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기도의 향기가 하늘에 닿으니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주여 임재하여 주소서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곳에 오셔서 이 곳에 앉으소서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곳에서 드리는 예배를 받으소서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이름이 주님의 이름만이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주의 이름만 이 곳에 있습니다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좋으신 하나님 인자와 자비 영원히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좋으신 하나님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좋으신 하나님 인자와 자비 영원히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좋으신 하나님 인자와 자비 영원히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좋으신 하나님 인자와 자비 영원히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각 나라 족속과 백성 방언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세상 모든 세대 영원토록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경배해 할렐루야 할렐루야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경배해 주 하나님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경배해 할렐루야 할렐루야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경배해 주 하나님 You are good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좋으신 하나님 인자와 자비 영원히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좋으신 하나님 인자와 자비 영원히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각 나라 족속과 백성 방언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세상 모든 세대 영원토록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경배해 할렐루야 할렐루야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경배해 주 하나님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경배해 할렐루야 할렐루야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경배해 주 하나님  You are good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You are good, All the time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All the time, You are good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You are good, All the time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All the time, You are good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You are good, All the time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All the time, You are good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You are good, All the time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All the time, You are good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좋으신 하나님 인자와 자비 영원히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좋으신 하나님 인자와 자비 영원히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좋으신 하나님 인자와 자비 영원히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좋으신 하나님 인자와 자비 영원히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각 나라 족속과 백성 방언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세상 모든 세대 영원토록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경배해 할렐루야 할렐루야 주 경배해 주 하나님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경배해 할렐루야 할렐루야 주 경배해 주 하나님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경배해 할렐루야 할렐루야 주 경배해 주 하나님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경배해 할렐루야 할렐루야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경배해 주 하나님 X3 You are good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(1)내가 매일 기쁘게 순례의 길 행함은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내가 매일 기쁘게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팔이 나를 안보함이요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주의 큰 복을 받는 참된 비결은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영이 함께 함이라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성령이 계시네 할렐루야 함께 하시네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좁은 길을 걸으며 밤낮 기뻐하는 것 주의 영이 함께 함이라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(2)전에 죄에 빠져서 평안함이 없을 때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십자가의 공로 힘 입어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발 아래 엎드려 참된 평화 얻음은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영이 함께 함이라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성령이 계시네 할렐루야 함께 하시네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좁은 길을 걸으며 밤낮 기뻐하는 것 주의 영이 함께 함이라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(3)나와 동행하시고 모든 염려 아시니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나는 숲의 새와 같이 기쁘다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기쁜 맘으로 주의 뜻을 행함은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영이 함께 함이라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성령이 계시네 할렐루야 함께 하시네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좁은 길을 걸으며 밤낮 기뻐하는 것 주의 영이 함께 함이라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(4)세상 모든 욕망과 나의 모든 정욕은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십자가에 이미 못을 박았네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어둔 밤이 지나고 무거운 짐 벗으니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영이 함께 함이라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성령이 계시네 할렐루야 함께 하시네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좁은 길을 걸으며 밤낮 기뻐하는 것 주의 영이 함께 함이라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(1)마음속에 근심 있는 사람 주 예수 앞에 다 아뢰어라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마음 속에 근심 있는 사람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슬픈 마음 있을 때에라도 주 예수께 아뢰라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 앞에 다 아뢰어라 주 우리의 친구니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무엇이나 근심하지 말고 주 예수께 아뢰라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(2)눈물 나며 깊은 한숨 쉴 때 주 예수 앞에 다 아뢰어라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은밀한 죄 네게 있더라도 주 예수께 아뢰라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 앞에 다 아뢰어라 주 우리의 친구니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무엇이나 근심하지 말고 주 예수께 아뢰라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(3)괴로움과 두려움 있을 때 주 예수 앞에 다 아뢰어라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내일 일을 염려하지 말고 주 예수께 아뢰라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 앞에 다 아뢰어라 주 우리의 친구니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무엇이나 근심하지 말고 주 예수께 아뢰라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(4)죽음 앞에 겁을 내는 자여 주 예수 앞에 다 아뢰어라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하늘나라 바라보는 자여 주 예수께 아뢰라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 앞에 다 아뢰어라 주 우리의 친구니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무엇이나 근심하지 말고 주 예수께 아뢰라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큰 영광과 존귀를 받기에 합당하신 지금 여기 계신 하나님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우리 주 하나님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온 천지 만물을 지으시고 다스리는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큰 권능과 능력으로 주의 말씀 이루시리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거룩 거룩하다 거룩하다 주 하나님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곧 전능하신 이여 하나님 나라 임하네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주님께 가실 때 모든 만물 경배하리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어둠 권세 물러가네 오셔서 다스리소서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거룩 거룩하다 거룩하다 주 하나님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곧 전능하신 이여 하나님 나라 임하네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어제도 계셨고 오늘도 계시며 이제 곧 오실 우리 왕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성가대 찬양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대표기도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예수를 죽은 자 가운데서 살리신 이의 영이 너희 안에 거하시면 그리스도</a:t>
            </a:r>
            <a:br/>
            <a:r>
              <a:t>예수를 죽은 자 가운데서 살리신 이가 너희 안에 거하시는 그의 영으로</a:t>
            </a:r>
            <a:br/>
            <a:r>
              <a:t>말미암아 너희 죽을 몸도 살리시리라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롬8:11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(4) 복음은 성령으로 나를 살게 한다 (로마서 8:11)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이르시되 때가 찼고 하나님의 나라가 가까이 왔으니 회개하고 복음을 믿으라</a:t>
            </a:r>
            <a:br/>
            <a:r>
              <a:t>하시더라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막1:15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받은 것을 먼저 너희에게 전하였노니 이는 성경대로 그리스도께서 우리</a:t>
            </a:r>
            <a:br/>
            <a:r>
              <a:t>죄를 위하여 죽으시고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고전15:3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장사 지낸 바 되셨다가 성경대로 사흘 만에 다시 살아나사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고전15:4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예수를 죽은 자 가운데서 살리신 이의 영이 너희 안에 거하시면 그리스도</a:t>
            </a:r>
            <a:br/>
            <a:r>
              <a:t>예수를 죽은 자 가운데서 살리신 이가 너희 안에 거하시는 그의 영으로</a:t>
            </a:r>
            <a:br/>
            <a:r>
              <a:t>말미암아 너희 죽을 몸도 살리시리라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롬8:11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아버지께 구하겠으니 그가 또 다른 보혜사를 너희에게 주사 영원토록</a:t>
            </a:r>
            <a:br/>
            <a:r>
              <a:t>너희와 함께 있게 하리니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요14:16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그는 진리의 영이라 세상은 능히 그를 받지 못하나니 이는 그를 보지도 못하고</a:t>
            </a:r>
            <a:br/>
            <a:r>
              <a:t>알지도 못함이라 그러나 너희는 그를 아나니 그는 너희와 함께 거하심이요 또</a:t>
            </a:r>
            <a:br/>
            <a:r>
              <a:t>너희 속에 계시겠음이라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요14:17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너희는 너희가 하나님의 성전인 것과 하나님의 성령이 너희 안에 계시는 것을</a:t>
            </a:r>
            <a:br/>
            <a:r>
              <a:t>알지 못하느냐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고전3:16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만일 너희 속에 하나님의 영이 거하시면 너희가 육신에 있지 아니하고 영에</a:t>
            </a:r>
            <a:br/>
            <a:r>
              <a:t>있나니 누구든지 그리스도의 영이 없으면 그리스도의 사람이 아니라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롬8:9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058000"/>
            <a:ext cx="12193200" cy="169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그리스도와 함께 십자가에 못 박혔나니 그런즉 이제는 내가 사는 것이</a:t>
            </a:r>
            <a:br/>
            <a:r>
              <a:t>아니요 오직 내 안에 그리스도께서 사시는 것이라 이제 내가 육체 가운데 사는</a:t>
            </a:r>
            <a:br/>
            <a:r>
              <a:t>것은 나를 사랑하사 나를 위하여 자기 자신을 버리신 하나님의 아들을 믿는</a:t>
            </a:r>
            <a:br/>
            <a:r>
              <a:t>믿음 안에서 사는 것이라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51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갈2:20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제자들은 기쁨과 성령이 충만하니라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행13:52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여호와가 너를 항상 인도하여 메마른 곳에서도 네 영혼을 만족하게 하며 네</a:t>
            </a:r>
            <a:br/>
            <a:r>
              <a:t>뼈를 견고하게 하리니 너는 물 댄 동산 같겠고 물이 끊어지지 아니하는 샘</a:t>
            </a:r>
            <a:br/>
            <a:r>
              <a:t>같을 것이라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사58:11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또 내게 이르시되 인자야 너는 생기를 향하여 대언하라 생기에게 대언하여</a:t>
            </a:r>
            <a:br/>
            <a:r>
              <a:t>이르기를 주 여호와께서 이같이 말씀하시기를 생기야 사방에서부터 와서 이</a:t>
            </a:r>
            <a:br/>
            <a:r>
              <a:t>죽음을 당한 자에게 불어서 살아나게 하라 하셨다 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겔37:9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오직 성령이 너희에게 임하시면 너희가 권능을 받고 예루살렘과 온 유대와</a:t>
            </a:r>
            <a:br/>
            <a:r>
              <a:t>사마리아와 땅 끝까지 이르러 내 증인이 되리라 하시니라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행1:8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이제 그리스도 예수 안에 있는 자에게는 결코 정죄함이 없나니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롬8:1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너희는 다시 무서워하는 종의 영을 받지 아니하고 양자의 영을 받았으므로</a:t>
            </a:r>
            <a:br/>
            <a:r>
              <a:t>우리가 아빠 아버지라고 부르짖느니라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롬8:15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그가 내 영광을 나타내리니 내 것을 가지고 너희에게 알리시겠음이라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요16:14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그가 와서 죄에 대하여, 의에 대하여, 심판에 대하여 세상을 책망하시리라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요16:8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만일 우리가 우리 죄를 자백하면 그는 미쁘시고 의로우사 우리 죄를 사하시며</a:t>
            </a:r>
            <a:br/>
            <a:r>
              <a:t>우리를 모든 불의에서 깨끗하게 하실 것이요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요일1:9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너희는 이 세대를 본받지 말고 오직 마음을 새롭게 함으로 변화를 받아</a:t>
            </a:r>
            <a:br/>
            <a:r>
              <a:t>하나님의 선하시고 기뻐하시고 온전하신 뜻이 무엇인지 분별하도록 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롬12:2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너희가 육신대로 살면 반드시 죽을 것이로되 영으로써 몸의 행실을 죽이면</a:t>
            </a:r>
            <a:br/>
            <a:r>
              <a:t>살리니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롬8:13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오직 성령이 너희에게 임하시면 너희가 권능을 받고 예루살렘과 온 유대와</a:t>
            </a:r>
            <a:br/>
            <a:r>
              <a:t>사마리아와 땅 끝까지 이르러 내 증인이 되리라 하시니라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행1:8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예수를 죽은 자 가운데서 살리신 이의 영이 너희 안에 거하시면 그리스도</a:t>
            </a:r>
            <a:br/>
            <a:r>
              <a:t>예수를 죽은 자 가운데서 살리신 이가 너희 안에 거하시는 그의 영으로</a:t>
            </a:r>
            <a:br/>
            <a:r>
              <a:t>말미암아 너희 죽을 몸도 살리시리라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롬8:11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다시 오실때까지 나는 이 길을 가리라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주님 다시 오실 때 까지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좁은문 좁은길 나의 십자가 지고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가는 이 길 끝에서 나는 주님을 보리라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영광의 내 주님 나를 맞아 주시리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다시 오실때까지 나는 일어나 달려 가리라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영광 온땅 덮을때 나는 일어나 노래하리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사모하는 주님 온세상 구주시라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사모하는 주님 영광의 왕이시라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