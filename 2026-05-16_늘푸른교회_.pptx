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(1)찬양하라 내 영혼아 찬양하라 내 영혼아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찬양하라 내 영혼아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맘과 정성 다하여 주 찬양하라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(2)경배하라 내 영혼아 경배하라 내 영혼아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맘과 정성 다하여 주 경배하라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사랑하는 나의 아버지 이름 높여드립니다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사랑하는 나의 아버지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나라 찬양 속에 임하시니 능력의 주께 찬송하네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전능하신 하나님 찬양 언제나 동일하신 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전능하신 하나님 찬양 영원히 다스리네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주의 이름 높이리 나 주의 이름 높이리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높이 올린 깃발처럼 주의 이름 높이리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약할 때 강함 되시네 나의 보배가 되신 주 주 나의 모든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약할 때 강함되시네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안에 있는 보물을 나는 포기할 수 없네 주 나의 모든 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어린양 존귀한 이름 예수 어린양 존귀한 이름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죄 사하셨네 주님의 이름 찬양해 주 나의 모든 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쓰러진 나를 세우고  나의 빈 잔을 채우네 주 나의 모든 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어린양 존귀한 이름 예수 어린양 존귀한 이름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어린양 존귀한 이름 예수 어린양 존귀한 이름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 영혼이 은총 입어 중한 죄 짐 벗고 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영혼이 은총 입어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슬픔 많은 이 세상도 천국으로 화하도다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(2)주의 얼굴 뵙기 전에 멀리 뵈던 하늘나라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 속에 이뤄지니 날로 날로 가깝도다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(3)높은 산이 거친 들이 초막이나 궁궐이나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주 예수 모신 곳이 그 어디나 하늘나라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(1)태산을 넘어 험곡에 가도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태산을 넘어 험곡에 가도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 가운데로 걸어가면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주께서 항상 지키시기로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약속한 말씀 변치않네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(2)캄캄한 밤에 다닐지라도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주께서 나의 길 되시고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나에게 밝은 빛이 되시니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길 잃어버릴 염려 없네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(3)광명한 그 빛 마음에 받아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찬란한 천국 바라보고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빛에 걸어가리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(1)나 같은 죄인 살리신 주 은혜 놀라워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 같은 죄인 살리신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잃었던 생명 찾았고 광명을 얻었네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(2)큰 죄악에서 건지신 주 은혜 고마워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처음 믿은 그 시간 귀하고 귀하다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(3)이제껏 내가 산 것도 주님의 은혜라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나를 장차 본향에 인도해 주시리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(4)거기서 우리 영원히 주님의 은혜로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해처럼 밝게 살면서 주 찬양 하리라 아멘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(1)나의 갈 길 다 가도록 예수 인도 하시니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갈 길 다 가도록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주안에 있는 긍휼 어찌 의심 하리요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믿음으로 사는 자는 하늘 위로 받겠네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무슨 일을 만나든지 만사 형통 하리라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무슨 일을 만나든지 만사 형통 하리라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(2)나의 갈 길 다 가도록 예수 인도 하시니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어려운 일 당한 때도 족한 은혜 주시네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심히 고단하고 영혼 매우 갈하나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앞에 반석에서 샘물 나게 하시네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앞에 반석에서 샘물 나게 하시네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(3)나의 갈 길 다 가도록 예수 인도 하시니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사랑 어찌 큰지 말로 할 수 없도다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 감화 받은 영혼 하늘나라 갈 때에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영영 부를 나의 찬송 예수 인도 하셨네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영영 부를 나의 찬송 예수 인도 하셨네 아멘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여호와여 주의 장막에 머무를 자 누구오며 주의 성산에 사는 자 누구오니이까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시15:1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정직하게 행하며 공의를 실천하며 그의 마음에 진실을 말하며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시15:2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그의 혀로 남을 허물하지 아니하고 그의 이웃에게 악을 행하지 아니하며 그의</a:t>
            </a:r>
            <a:br/>
            <a:r>
              <a:t>이웃을 비방하지 아니하며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시15:3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그의 눈은 망령된 자를 멸시하며 여호와를 두려워하는 자들을 존대하며 그의</a:t>
            </a:r>
            <a:br/>
            <a:r>
              <a:t>마음에 서원한 것은 해로울지라도 변하지 아니하며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시15:4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이자를 받으려고 돈을 꾸어 주지 아니하며 뇌물을 받고 무죄한 자를 해하지</a:t>
            </a:r>
            <a:br/>
            <a:r>
              <a:t>아니하는 자이니 이런 일을 행하는 자는 영원히 흔들리지 아니하리이다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시15:5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주의 성산에 사는 자 (시편 15:1~5)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주는 죄악을 기뻐하는 신이 아니시니 악이 주와 함께 머물지 못하며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시5:4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시온의 죄인들이 두려워하며 경건하지 아니한 자들이 떨며 이르기를 우리 중에</a:t>
            </a:r>
            <a:br/>
            <a:r>
              <a:t>누가 삼키는 불과 함께 거하겠으며 우리 중에 누가 영영히 타는 것과 함께</a:t>
            </a:r>
            <a:br/>
            <a:r>
              <a:t>거하리요 하도다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사33:14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형제들아 우리가 예수의 피를 힘입어 성소에 들어갈 담력을 얻었나니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히10:19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우리는 긍휼하심을 받고 때를 따라 돕는 은혜를 얻기 위하여 은혜의</a:t>
            </a:r>
            <a:br/>
            <a:r>
              <a:t>보좌 앞에 담대히 나아갈 것이니라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히4:16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주는 나의 피난처시요 원수를 피하는 견고한 망대이심이니이다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시61:3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영원히 주의 장막에 머물며 내가 주의 날개 아래로 피하리이다 (셀라)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시61:4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여호와께 바라는 한 가지 일 그것을 구하리니 곧 내가 내 평생에</a:t>
            </a:r>
            <a:br/>
            <a:r>
              <a:t>여호와의 집에 살면서 여호와의 아름다움을 바라보며 그의 성전에서 사모하는</a:t>
            </a:r>
            <a:br/>
            <a:r>
              <a:t>그것이라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시27:4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환난 날에 나를 그의 초막 속에 비밀히 지키시고 그의 장막 은밀한</a:t>
            </a:r>
            <a:br/>
            <a:r>
              <a:t>곳에 나를 숨기시며 높은 바위 위에 두시리로다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시27:5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하나님께 가까이 함이 내게 복이라 내가 주 여호와를 나의 피난처로 삼아 주의</a:t>
            </a:r>
            <a:br/>
            <a:r>
              <a:t>모든 행적을 전파하리이다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시73:28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이것이 노아의 족보니라 노아는 의인이요 당대에 완전한 자라 그는 하나님과</a:t>
            </a:r>
            <a:br/>
            <a:r>
              <a:t>동행하였으며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창6:9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아브람이 구십구 세 때에 여호와께서 아브람에게 나타나서 그에게 이르시되 나는</a:t>
            </a:r>
            <a:br/>
            <a:r>
              <a:t>전능한 하나님이라 너는 내 앞에서 행하여 완전하라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창17:1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사람이 만일 의로워서 정의와 공의를 따라 행하며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겔18:5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산 위에서 제물을 먹지 아니하며 이스라엘 족속의 우상에게 눈을 들지 아니하며</a:t>
            </a:r>
            <a:br/>
            <a:r>
              <a:t>이웃의 아내를 더럽히지 아니하며 월경 중에 있는 여인을 가까이 하지 아니하며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겔18:6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사람을 학대하지 아니하며 빚진 자의 저당물을 돌려 주며 강탈하지 아니하며</a:t>
            </a:r>
            <a:br/>
            <a:r>
              <a:t>주린 자에게 음식물을 주며 벗은 자에게 옷을 입히며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겔18:7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변리를 위하여 꾸어 주지 아니하며 이자를 받지 아니하며 스스로 손을 금하여</a:t>
            </a:r>
            <a:br/>
            <a:r>
              <a:t>죄를 짓지 아니하며 사람과 사람 사이에 진실하게 판단하며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겔18:8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 율례를 따르며 내 규례를 지켜 진실하게 행할진대 그는 의인이니 반드시</a:t>
            </a:r>
            <a:br/>
            <a:r>
              <a:t>살리라 주 여호와의 말씀이니라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겔18:9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주께서 이르시되 이 백성이 입으로는 나를 가까이 하며 입술로는 나를 공경하나</a:t>
            </a:r>
            <a:br/>
            <a:r>
              <a:t>그들의 마음은 내게서 멀리 떠났나니 그들이 나를 경외함은 사람의 계명으로</a:t>
            </a:r>
            <a:br/>
            <a:r>
              <a:t>가르침을 받았을 뿐이라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사29:13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이르되 여호와께서 번제와 다른 제사를 그의 목소리를 청종하는 것을</a:t>
            </a:r>
            <a:br/>
            <a:r>
              <a:t>좋아하심 같이 좋아하시겠나이까 순종이 제사보다 낫고 듣는 것이 숫양의</a:t>
            </a:r>
            <a:br/>
            <a:r>
              <a:t>기름보다 나으니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삼상15:22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아벨은 자기도 양의 첫 새끼와 그 기름으로 드렸더니 여호와께서 아벨과 그의</a:t>
            </a:r>
            <a:br/>
            <a:r>
              <a:t>제물은 받으셨으나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창4:4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가인과 그의 제물은 받지 아니하신지라 가인이 몹시 분하여 안색이 변하니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창4:5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세상의 빛이라 산 위에 있는 동네가 숨겨지지 못할 것이요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마5:14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사람이 등불을 켜서 말 아래에 두지 아니하고 등경 위에 두나니 이러므로 집</a:t>
            </a:r>
            <a:br/>
            <a:r>
              <a:t>안 모든 사람에게 비치느니라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마5:15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이같이 너희 빛이 사람 앞에 비치게 하여 그들로 너희 착한 행실을 보고</a:t>
            </a:r>
            <a:br/>
            <a:r>
              <a:t>하늘에 계신 너희 아버지께 영광을 돌리게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마5:16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너는 네 백성 중에 돌아다니며 사람을 비방하지 말며 네 이웃의 피를 흘려</a:t>
            </a:r>
            <a:br/>
            <a:r>
              <a:t>이익을 도모하지 말라 나는 여호와이니라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레19:16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예물을 제단에 드리려다가 거기서 네 형제에게 원망들을 만한 일이</a:t>
            </a:r>
            <a:br/>
            <a:r>
              <a:t>있는 것이 생각나거든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마5:23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예물을 제단 앞에 두고 먼저 가서 형제와 화목하고 그 후에 와서 예물을</a:t>
            </a:r>
            <a:br/>
            <a:r>
              <a:t>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마5:24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네가 만일 너와 함께 한 내 백성 중에서 가난한 자에게 돈을 꾸어 주면 너는</a:t>
            </a:r>
            <a:br/>
            <a:r>
              <a:t>그에게 채권자 같이 하지 말며 이자를 받지 말 것이며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출22:25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악인은 사람의 품에서 뇌물을 받고 재판을 굽게 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잠17:23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너희의 허물이 많고 죄악이 무거움을 내가 아노라 너희는 의인을 학대하며</a:t>
            </a:r>
            <a:br/>
            <a:r>
              <a:t>뇌물을 받고 성문에서 가난한 자를 억울하게 하는 자로다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암5:12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모두 변화되리 예수 모든 상처 치유되리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그 날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 것은 지나가리라 그 날에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모두 알게 되리 예수 모든 답을 얻게 되리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걱정 사라지리 그 날에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주의 얼굴 보리 예수 크신 은혜 알게 되리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홀연히 변화되리라 그 날에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자유케 되리라 예수 모든 고통은 끝나리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찬란한 주 영광 보리라 그 날에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주의 얼굴 보리 예수 크신 은혜 알게 되리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홀연히 변화되리라 또 홀연히 변화되리라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홀연히 변화되리라 그 날에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승리의 노래 부르리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