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보혈을 지나 하나님 품으로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보혈을 지나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보혈을 지나 아버지 품으로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보혈을 지나 하나님 품으로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한걸음씩 나아가네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존귀한 주 보혈이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영을 새롭게 하시네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준귀한 주 보혈이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영을 새롭게 하네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(1)죄에서 자유를 얻게 함은 보혈의 능력 주의 보혈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죄에서 자유를 얻게 함은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시험을 이기고 승리하니 참 놀라운 능력이로다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보혈 능력 있도다 주의 피 믿으오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보혈 그 어린양의 매우 귀중한 피로다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(2)육체의 정욕을 이길 힘은 보혈의 능력 주의 보혈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정결한 마음을 얻게 하니 참 놀라운 능력이로다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보혈 능력 있도다 주의 피 믿으오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보혈 그 어린양의 매우 귀중한 피로다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(3)눈보다 더 희게 맑히는 것 보혈의 능력 주의 보혈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부정한 모든 것 맑히시니 참 놀라운 능력이로다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보혈 능력 있도다 주의 피 믿으오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보혈 그 어린양의 매우 귀중한 피로다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(4)구주의 복음을 전할 제목 보혈의 능력 주의 보혈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날마다 나에게 찬송주니 참 놀라운 능력이로다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보혈 능력 있도다 주의 피 믿으오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보혈 그 어린양의 매우 귀중한 피로다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물이 포도주 되고 눈먼 자 눈을 뜨네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크신 내 주님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밖에 없네 주 밖에 어둠을 비추시며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우리를 일으키네 주 밖에 없네 주 밖에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크신 내 주님 강하신 주님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어느 누구보다 더 높은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치료자 크고 놀라운 주님 주님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크신 내 주님 강하신 주님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어느 누구보다 더 높은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치료자 크고 놀라운 주님 주님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누가 멈추리요 주가 함께 하시면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누가 대적하리 주 함께 하시면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누가 멈추리요 주가 함께 하시면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누가 대적하리 주 함께 하시면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크신 내 주님 강하신 주님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어느 누구보다 더 높은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치료자 크고 놀라운 주님 주님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크신 내 주님 강하신 주님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어느 누구보다 더 높은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치료자 크고 놀라운 주님 주님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(1)주님 약속하신 말씀 위에서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주님 약속하신 말씀 위에서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영원토록 주를 찬송하리라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소리 높여 주께 영광 돌리며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약속 믿고 굳게 서리라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굳게 서리 영원하신 말씀 위에 굳게 서리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굳게 서리 그 말씀 위에 굳게 서리라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(2)주님 약속하신 말씀 위에서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세상 염려 내게 엄습 할 때에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용감하게 힘써 싸워 이기며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약속 믿고 굳게 서리라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굳게 서리 영원하신 말씀 위에 굳게 서리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굳게 서리 그 말씀 위에 굳게 서리라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(3)주님 약속하신 말씀 위에서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영원하신 주의 사랑 힘입고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성령으로 힘서 싸워 이기며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약속 믿고 굳게 서리라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굳게 서리 영원하신 말씀 위에 굳게 서리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굳게 서리 그 말씀 위에 굳게 서리라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(4)주님 약속하신 말씀 위에서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 인도 하는 대로 행하며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품에 항상 안식 얻으며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약속 믿고 굳게 서리라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굳게 서리 영원하신 말씀 위에 굳게 서리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굳게 서리 그 말씀 위에 굳게 서리라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하늘과 땅은 없어질지라도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주님 약속하신 말씀 위에서(B)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말씀 영원하네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굳건한 반석 영원하신 분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이름 찬양하네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아무 것도 두려워 말라 주 나의 하나님이 지켜주시네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아무 것도 두려워 말라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놀라지마라 겁내지마라 주님 나를 지켜주시네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맘이 힘에 겨워 지칠지라도 주님 나를 지켜주시네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세상의 험한 풍파 몰아칠때도 주님 나를 지켜주시네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주님은 나의 산성 주님은 나의 요새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주님은 나의 소망 나의 힘이 되신 여호와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영혼이 주가 주신 꺼지지 않는 빛이 있네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빛을 들고 세상으로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주님께 우릴 드릴때 그 빛을 밝혀 주시리라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이제 일어나 소망이 없는 어둔 세상에 나아가라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내빛 비춰라 모두 알도록 빛을 들고 세상으로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빛을 들고 세상으로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절망에 빠진 형제의 맘에 꺼져만 가는 빛을 보네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주님을 떠나 방황하는 자매도 그 빛의 생명 이뤄가네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이제 일어나 어둠 속에서 고통받는자 일으키라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내빛 비춰라 모두 알도록 빛을 들고 세상으로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빛을 들고 세상으로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맘속에 밝게 빛나는 주를 향한 사랑 빛이 있네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그빛 모아 주께 기도드릴 때에 능력과 힘이 진실하게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이제 일어나 연약한 자를 그늘에 아픔 감싸주라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내빛 비춰라 모두 알도록 빛을 들고 세상으로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이제 일어나 소망이 없는 어둔 세상에 나아가라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내빛 비춰라 모두 알도록 빛을 들고 세상으로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빛을 들고 세상으로 빛을 비춰라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