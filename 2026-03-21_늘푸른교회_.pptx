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1부 예배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2부 예배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하나님이 세상을 사랑하사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하나님이 세상을 사랑하사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독생자를 우리게 주셨으니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그를 믿는 자마다 멸망치 않고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영원한 생명 얻으리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할렐루야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할렐루야 아멘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할렐루야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아멘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모든 것 나의 생명까지 다 주님 앞에 드립니다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 임재 안에서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임재 안에서 이제 내 영혼 자유해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주의 거룩한 이름을 높이며 예배하리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어린양 찬양하리 내 평생 그 하나로 충분해요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어린양 찬양하리 내가 주의 임재 안에서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어린양 따라가리 내 평생 그 하나로 충분해요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어린양 따라가리 내가 주의 임재 안에서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하늘의 문을 여소서 이 곳을 주목하소서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임재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주를 향한 노래가 꺼지지 않으니 하늘을 열고 보소서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곳에 임재하소서 주님을 기다립니다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기도의 향기가 하늘에 닿으니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주여 임재하여 주소서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곳에 오셔서 이 곳에 앉으소서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곳에서 드리는 예배를 받으소서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이름이 주님의 이름만이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주의 이름만 이 곳에 있습니다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가장 후회하지 않는 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베드로의 고백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예수를 따르는 일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그물 버리고 내 사랑들 뒤로하고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나를 부르신 주님과 동행하는 일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평생에 소원하는 일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예수를 닮아 가는 일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굳은 마음 제하시고 사랑을 가르치신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예수님을 사랑하는 일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 부르심에 감사 날 놓지 않으심 감사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 보좌 버리고 날 사랑하심에 감사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모든 삶을 남은 모든 인생을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예수님과 함께 걷겠습니다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네가 나를 사랑하느냐 네가 나를 사랑하느냐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네가 나를 사랑하느냐 주님 내게 물어보시네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주를 사랑합니다 내가 주를 사랑합니다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주를 사랑합니다 내가 주를 사랑합니다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(1)내 영혼이 은총 입어 중한 죄 짐 벗고 보니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내 영혼이 은총 입어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슬픔 많은 이 세상도 천국으로 화하도다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찬양하세 내 모든 죄 사함 받고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예수와 동행하니 그 어디나 하늘나라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(2)주의 얼굴 뵙기 전에 멀리 뵈던 하늘나라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맘 속에 이뤄지니 날로 날로 가깝도다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찬양하세 내 모든 죄 사함 받고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예수와 동행하니 그 어디나 하늘나라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(3)높은 산이 거친 들이 초막이나 궁궐이나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주 예수 모신 곳이 그 어디나 하늘나라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찬양하세 내 모든 죄 사함 받고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예수와 동행하니 그 어디나 하늘나라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주님은 내 삶의 소망과 이유 되시며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예수 만물의 주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영혼의 생수 귀한 보물 되시네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주님은 내 맘에 불타는 사랑 되시며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모든 호흡 온 맘을 다해 부르는 노래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만물의 주 내 모든 것 되신 주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제단 앞에 나가오니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뜻 내 안에 이루소서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(1)주 하나님 지으신 모든 세계 내 마음 속에 그리어 볼 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 하나님 지으신 모든 세계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하늘의 별 울려 퍼지는 뇌성 주님의 권능 우주에 찼네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높고 위대하심을 내 영혼이 찬양하네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높고 위대하심을 내 영혼이 찬양하네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(2)숲 속이나 험한 산 골짝에서 지저귀는 저 새소리들과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고요하게 흐르는 시냇물은 주님의 솜씨 노래 하도다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높고 위대하심을 내 영혼이 찬양하네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높고 위대하심을 내 영혼이 찬양하네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(3)주 하나님 독생자 아낌없이 우리를 위해 보내 주셨네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십자가에 피 흘려 죽으신 주 내 모든 죄를 대속 하셨네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높고 위대하심을 내 영혼이 찬양하네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높고 위대하심을 내 영혼이 찬양하네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(4)내 주 예수 세상에 다시 올 때 저 천국으로 날 인도하리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겸손히 엎드려 경배 하며 영원히 주를 찬양 하리라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높고 위대하심을 내 영혼이 찬양하네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높고 위대하심을 내 영혼이 찬양하네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깊은 절망의 수렁 가운데 주님께 닿을 수 없던 우리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예수 나의 산 소망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어둔 밤 중에 하늘을 향해 주의 이름 나 부를 때​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어둠을 뚫고 오신 주 사랑 나의 절망 거두셨네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공로 다 이루셨네 주 예수 나의 산 소망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누가 주의 자비를 다 알아 한 없는 은혜 측량할까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영광을 떠나 이 땅에 오신 죄가 되신 구주 예수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십자가 내게 말하네 영원히 난 용납됐네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아름다우신 왕 나는 주의 것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그리스도 나의 산 소망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주를 찬양하여라 할렐루야 자유케 하셨도다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죄의 저주 끊으신 주께 구원 있도다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 나의 산 소망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언약된 아침 장사된 몸에 부활의 호흡 시작됐네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유다의 사자 위엄찬 선포 사망이 무너졌도다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이제 사망은 무덤이 더는 우리를 주장할 수 없네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유다의 사자 위엄찬 포효 사망이 무너졌도다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 승리하셨네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성가대 찬양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맘에 한 노래 있어</a:t>
            </a:r>
            <a:br/>
            <a:r>
              <a:t>나 즐겁게 늘 부르네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내 맘에 한 노래 있어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노래를 부를 때에</a:t>
            </a:r>
            <a:br/>
            <a:r>
              <a:t>큰 평화 임하도다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십자가 지심으로</a:t>
            </a:r>
            <a:br/>
            <a:r>
              <a:t>날 구원해 주셨으며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예수님 고난 받아</a:t>
            </a:r>
            <a:br/>
            <a:r>
              <a:t>이 평화 누리도다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 평화 평화</a:t>
            </a:r>
            <a:br/>
            <a:r>
              <a:t>하나님 주신 선물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놀라운 주의 평화</a:t>
            </a:r>
            <a:br/>
            <a:r>
              <a:t>하나님 선물일세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맘에 한 노래 있어</a:t>
            </a:r>
            <a:br/>
            <a:r>
              <a:t>나 즐겁게 늘 부르네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노래를 부를 때에</a:t>
            </a:r>
            <a:br/>
            <a:r>
              <a:t>이 평화 누리도다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 평화 평화</a:t>
            </a:r>
            <a:br/>
            <a:r>
              <a:t>하나님 주신 선물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놀라운 주의 평화</a:t>
            </a:r>
            <a:br/>
            <a:r>
              <a:t>하나님 선물일세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주님께 영광 돌려</a:t>
            </a:r>
            <a:br/>
            <a:r>
              <a:t>참 평화가 넘치도다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하나님 은혜로써</a:t>
            </a:r>
            <a:br/>
            <a:r>
              <a:t>이 평화 누리도다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 평화 평화</a:t>
            </a:r>
            <a:br/>
            <a:r>
              <a:t>하나님 주신 선물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놀라운 주의 평화</a:t>
            </a:r>
            <a:br/>
            <a:r>
              <a:t>하나님 선물일세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평화를 얻으려고</a:t>
            </a:r>
            <a:br/>
            <a:r>
              <a:t>주 앞으로 나아갈 때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예수님 우리에게</a:t>
            </a:r>
            <a:br/>
            <a:r>
              <a:t>이 평화 주시도다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평화 평화</a:t>
            </a:r>
            <a:br/>
            <a:r>
              <a:t>하나님 주신 선물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놀라운 주의 평화 평화</a:t>
            </a:r>
            <a:br/>
            <a:r>
              <a:t>하나님 선물일세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평화 평화</a:t>
            </a:r>
            <a:br/>
            <a:r>
              <a:t>하나님 주신 선물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놀라운 주의 평화 평화</a:t>
            </a:r>
            <a:br/>
            <a:r>
              <a:t>하나님 선물일세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 평화 평화</a:t>
            </a:r>
            <a:br/>
            <a:r>
              <a:t>하나님 주신 선물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놀라운 주의 평화</a:t>
            </a:r>
            <a:br/>
            <a:r>
              <a:t>하나님 선물 하나님 선물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하나님 선물 하나님 선물</a:t>
            </a:r>
            <a:br/>
            <a:r>
              <a:t>하나님 선물일세 아멘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평강의 하나님이 친히 너희를 온전히 거룩하게 하시고 또 너희의 온 영과 혼과</a:t>
            </a:r>
            <a:br/>
            <a:r>
              <a:t>몸이 우리 주 예수 그리스도께서 강림하실 때에 흠 없게 보전되기를 원하노라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살전5:23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행복한 삶 (살전 5:23)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이제 이 세상에 대한 심판이 이르렀으니 이 세상의 임금이 쫓겨나리라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요12:31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땅에서 들리면 모든 사람을 내게로 이끌겠노라 하시니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요12:32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그는 하늘에 오르사 하나님 우편에 계시니 천사들과 권세들과 능력들이 그에게</a:t>
            </a:r>
            <a:br/>
            <a:r>
              <a:t>복종하느니라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벧전3:22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그들이 그 날 바람이 불 때 동산에 거니시는 여호와 하나님의 소리를 듣고</a:t>
            </a:r>
            <a:br/>
            <a:r>
              <a:t>아담과 그의 아내가 여호와 하나님의 낯을 피하여 동산 나무 사이에 숨은지라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창3:8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아담이 이르되 하나님이 주셔서 나와 함께 있게 하신 여자 그가 그 나무</a:t>
            </a:r>
            <a:br/>
            <a:r>
              <a:t>열매를 내게 주므로 내가 먹었나이다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창3:12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그는 구백삼십 세를 살고 죽었더라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창5:5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진실로 진실로 너희에게 이르노니 내 말을 듣고 또 나 보내신 이를 믿는</a:t>
            </a:r>
            <a:br/>
            <a:r>
              <a:t>자는 영생을 얻었고 심판에 이르지 아니하나니 사망에서 생명으로 옮겼느니라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요5:24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그러므로 나의 사랑하는 자들아 너희가 나 있을 때뿐 아니라 더욱 지금 나</a:t>
            </a:r>
            <a:br/>
            <a:r>
              <a:t>없을 때에도 항상 복종하여 두렵고 떨림으로 너희 구원을 이루라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빌2:12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또한 너희가 이 시기를 알거니와 자다가 깰 때가 벌써 되었으니 이는 이제</a:t>
            </a:r>
            <a:br/>
            <a:r>
              <a:t>우리의 구원이 처음 믿을 때보다 가까웠음이라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롬13:11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하나님은 아프게 하시다가 싸매시며 상하게 하시다가 그의 손으로 고치시나니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욥5:18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여섯 가지 환난에서 너를 구원하시며 일곱 가지 환난이라도 그 재앙이 네게</a:t>
            </a:r>
            <a:br/>
            <a:r>
              <a:t>미치지 않게 하시며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욥5:19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기근 때에 죽음에서, 전쟁 때에 칼의 위협에서 너를 구원하실 터인즉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욥5:20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갓난 아기들 같이 순전하고 신령한 젖을 사모하라 이는 그로 말미암아 너희로</a:t>
            </a:r>
            <a:br/>
            <a:r>
              <a:t>구원에 이르도록 자라게 하려 함이라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벧전2:2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 안에서 행하시는 이는 하나님이시니 자기의 기쁘신 뜻을 위하여 너희에게</a:t>
            </a:r>
            <a:br/>
            <a:r>
              <a:t>소원을 두고 행하게 하시나니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빌2:13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모든 일을 원망과 시비가 없이 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빌2:14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이는 너희가 흠이 없고 순전하여 어그러지고 거스르는 세대 가운데서 하나님의</a:t>
            </a:r>
            <a:br/>
            <a:r>
              <a:t>흠 없는 자녀로 세상에서 그들 가운데 빛들로 나타내며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빌2:15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생명의 말씀을 밝혀 나의 달음질이 헛되지 아니하고 수고도 헛되지 아니함으로</a:t>
            </a:r>
            <a:br/>
            <a:r>
              <a:t>그리스도의 날에 내가 자랑할 것이 있게 하려 함이라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빌2:16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그러므로 내가 택함 받은 자들을 위하여 모든 것을 참음은 그들도 그리스도</a:t>
            </a:r>
            <a:br/>
            <a:r>
              <a:t>예수 안에 있는 구원을 영원한 영광과 함께 받게 하려 함이라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딤후2:10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광고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오소서 진리의 성령님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부흥 2000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땅 흔들며 임하소서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거짓과 탐욕 죄악에 무너진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가슴 정케 하소서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오소서 은혜의 성령님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 가르고 임하소서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거룩한 불꽃 하늘로서 임하사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타오르게 하소서 주 영광 위해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부흥의 불길 타오르게 하소서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진리의 말씀 이땅 새롭게 하소서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은혜의 강물 흐르게 하소서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성령의 바람 이 땅 가득 불어와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흰옷 입은 주의 순결한 백성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영광위에 이제 일어나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열방을 치유하며 행진하는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영광의 그 날을 주소서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부흥의 불길 타오르게 하소서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진리의 말씀 이 땅 새롭게 하소서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은혜의 강물 흐르게 하소서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성령의 바람 이 땅 가득 불어와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흰옷 입은 주의 순결한 백성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영광위해 이제 일어나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열방을 치유하며 행진하는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영광의 그 날을 주소서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축도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